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webextensions/webextension3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5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5" r:id="rId10"/>
    <p:sldId id="276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48D945-9BA2-4936-BDA4-DFACA52FEEA6}" v="163" dt="2025-10-23T04:07:03.69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72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5/10/relationships/revisionInfo" Target="revisionInfo.xml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ata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/Relationships>
</file>

<file path=ppt/diagrams/_rels/data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/Relationships>
</file>

<file path=ppt/diagrams/_rels/data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ata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4" Type="http://schemas.openxmlformats.org/officeDocument/2006/relationships/image" Target="../media/image9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svg"/><Relationship Id="rId3" Type="http://schemas.openxmlformats.org/officeDocument/2006/relationships/image" Target="../media/image44.png"/><Relationship Id="rId7" Type="http://schemas.openxmlformats.org/officeDocument/2006/relationships/image" Target="../media/image48.png"/><Relationship Id="rId2" Type="http://schemas.openxmlformats.org/officeDocument/2006/relationships/image" Target="../media/image43.svg"/><Relationship Id="rId1" Type="http://schemas.openxmlformats.org/officeDocument/2006/relationships/image" Target="../media/image42.png"/><Relationship Id="rId6" Type="http://schemas.openxmlformats.org/officeDocument/2006/relationships/image" Target="../media/image47.svg"/><Relationship Id="rId5" Type="http://schemas.openxmlformats.org/officeDocument/2006/relationships/image" Target="../media/image46.png"/><Relationship Id="rId10" Type="http://schemas.openxmlformats.org/officeDocument/2006/relationships/image" Target="../media/image51.svg"/><Relationship Id="rId4" Type="http://schemas.openxmlformats.org/officeDocument/2006/relationships/image" Target="../media/image45.svg"/><Relationship Id="rId9" Type="http://schemas.openxmlformats.org/officeDocument/2006/relationships/image" Target="../media/image5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5_2">
  <dgm:title val=""/>
  <dgm:desc val=""/>
  <dgm:catLst>
    <dgm:cat type="accent5" pri="11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04D4DC9-55AD-4BA9-99C2-50DE71D3714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B04931E-C864-4F8B-8210-7B552590A99F}">
      <dgm:prSet/>
      <dgm:spPr/>
      <dgm:t>
        <a:bodyPr/>
        <a:lstStyle/>
        <a:p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Présenté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par Rodolphe CHARLES</a:t>
          </a:r>
        </a:p>
      </dgm:t>
    </dgm:pt>
    <dgm:pt modelId="{61AB4A82-54D0-420F-B3FB-93E03BB0E4BF}" type="parTrans" cxnId="{B2E0E666-9639-4A43-8BC3-C503EACC7297}">
      <dgm:prSet/>
      <dgm:spPr/>
      <dgm:t>
        <a:bodyPr/>
        <a:lstStyle/>
        <a:p>
          <a:endParaRPr lang="en-US"/>
        </a:p>
      </dgm:t>
    </dgm:pt>
    <dgm:pt modelId="{5A5EE6C5-6D71-4648-964E-22721B4D99D5}" type="sibTrans" cxnId="{B2E0E666-9639-4A43-8BC3-C503EACC7297}">
      <dgm:prSet/>
      <dgm:spPr/>
      <dgm:t>
        <a:bodyPr/>
        <a:lstStyle/>
        <a:p>
          <a:endParaRPr lang="en-US"/>
        </a:p>
      </dgm:t>
    </dgm:pt>
    <dgm:pt modelId="{FE9BF36F-5E49-46EA-AA47-07EAFA02B39C}">
      <dgm:prSet/>
      <dgm:spPr/>
      <dgm:t>
        <a:bodyPr/>
        <a:lstStyle/>
        <a:p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Sous la supervision de M.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Wedter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Jerome &amp;  M. Geovany Batista</a:t>
          </a:r>
          <a:r>
            <a:rPr lang="fr-FR" dirty="0">
              <a:latin typeface="Aharoni" panose="02010803020104030203" pitchFamily="2" charset="-79"/>
              <a:cs typeface="Aharoni" panose="02010803020104030203" pitchFamily="2" charset="-79"/>
            </a:rPr>
            <a:t> Laguerre</a:t>
          </a:r>
          <a:endParaRPr lang="en-US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CFD0F478-4C2E-425E-B554-0B9D7BE19567}" type="parTrans" cxnId="{589F8BB3-9FF4-40B5-9CC8-4F71C3AD8277}">
      <dgm:prSet/>
      <dgm:spPr/>
      <dgm:t>
        <a:bodyPr/>
        <a:lstStyle/>
        <a:p>
          <a:endParaRPr lang="en-US"/>
        </a:p>
      </dgm:t>
    </dgm:pt>
    <dgm:pt modelId="{27A881DB-8053-4898-A8C2-CD099D96294C}" type="sibTrans" cxnId="{589F8BB3-9FF4-40B5-9CC8-4F71C3AD8277}">
      <dgm:prSet/>
      <dgm:spPr/>
      <dgm:t>
        <a:bodyPr/>
        <a:lstStyle/>
        <a:p>
          <a:endParaRPr lang="en-US"/>
        </a:p>
      </dgm:t>
    </dgm:pt>
    <dgm:pt modelId="{124D7910-32F2-4125-96FA-11417E451487}">
      <dgm:prSet/>
      <dgm:spPr/>
      <dgm:t>
        <a:bodyPr/>
        <a:lstStyle/>
        <a:p>
          <a:r>
            <a:rPr lang="fr-FR" dirty="0">
              <a:latin typeface="Aharoni" panose="02010803020104030203" pitchFamily="2" charset="-79"/>
              <a:cs typeface="Aharoni" panose="02010803020104030203" pitchFamily="2" charset="-79"/>
            </a:rPr>
            <a:t>Octobre 2025</a:t>
          </a:r>
          <a:endParaRPr lang="en-US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97CC7289-5B7F-4A80-852B-18835C714843}" type="parTrans" cxnId="{3F1313D2-D113-4A2E-B7B3-7CB7B6BAC332}">
      <dgm:prSet/>
      <dgm:spPr/>
      <dgm:t>
        <a:bodyPr/>
        <a:lstStyle/>
        <a:p>
          <a:endParaRPr lang="en-US"/>
        </a:p>
      </dgm:t>
    </dgm:pt>
    <dgm:pt modelId="{5D15AA91-2FEA-41E8-B178-8E3196CA03AD}" type="sibTrans" cxnId="{3F1313D2-D113-4A2E-B7B3-7CB7B6BAC332}">
      <dgm:prSet/>
      <dgm:spPr/>
      <dgm:t>
        <a:bodyPr/>
        <a:lstStyle/>
        <a:p>
          <a:endParaRPr lang="en-US"/>
        </a:p>
      </dgm:t>
    </dgm:pt>
    <dgm:pt modelId="{0378CCD6-6B51-4049-A928-92D7B01A353D}" type="pres">
      <dgm:prSet presAssocID="{E04D4DC9-55AD-4BA9-99C2-50DE71D37142}" presName="vert0" presStyleCnt="0">
        <dgm:presLayoutVars>
          <dgm:dir/>
          <dgm:animOne val="branch"/>
          <dgm:animLvl val="lvl"/>
        </dgm:presLayoutVars>
      </dgm:prSet>
      <dgm:spPr/>
    </dgm:pt>
    <dgm:pt modelId="{4DE007D0-3938-46E0-9E2F-DB198612BFEA}" type="pres">
      <dgm:prSet presAssocID="{5B04931E-C864-4F8B-8210-7B552590A99F}" presName="thickLine" presStyleLbl="alignNode1" presStyleIdx="0" presStyleCnt="3"/>
      <dgm:spPr/>
    </dgm:pt>
    <dgm:pt modelId="{50BCF70A-D318-406D-88AC-A25BC63CAD15}" type="pres">
      <dgm:prSet presAssocID="{5B04931E-C864-4F8B-8210-7B552590A99F}" presName="horz1" presStyleCnt="0"/>
      <dgm:spPr/>
    </dgm:pt>
    <dgm:pt modelId="{DB9CCED7-35D7-4732-B46D-AE53E09A9A65}" type="pres">
      <dgm:prSet presAssocID="{5B04931E-C864-4F8B-8210-7B552590A99F}" presName="tx1" presStyleLbl="revTx" presStyleIdx="0" presStyleCnt="3"/>
      <dgm:spPr/>
    </dgm:pt>
    <dgm:pt modelId="{FD9A9994-DD60-4D89-882E-202031000C51}" type="pres">
      <dgm:prSet presAssocID="{5B04931E-C864-4F8B-8210-7B552590A99F}" presName="vert1" presStyleCnt="0"/>
      <dgm:spPr/>
    </dgm:pt>
    <dgm:pt modelId="{C9504D43-BFCF-4DB2-BD2E-71F974FEBB8D}" type="pres">
      <dgm:prSet presAssocID="{FE9BF36F-5E49-46EA-AA47-07EAFA02B39C}" presName="thickLine" presStyleLbl="alignNode1" presStyleIdx="1" presStyleCnt="3"/>
      <dgm:spPr/>
    </dgm:pt>
    <dgm:pt modelId="{3B103973-D36D-42D6-B166-8BE39C52E973}" type="pres">
      <dgm:prSet presAssocID="{FE9BF36F-5E49-46EA-AA47-07EAFA02B39C}" presName="horz1" presStyleCnt="0"/>
      <dgm:spPr/>
    </dgm:pt>
    <dgm:pt modelId="{2690F7CB-C072-4C93-9EC4-053F9D7790BD}" type="pres">
      <dgm:prSet presAssocID="{FE9BF36F-5E49-46EA-AA47-07EAFA02B39C}" presName="tx1" presStyleLbl="revTx" presStyleIdx="1" presStyleCnt="3"/>
      <dgm:spPr/>
    </dgm:pt>
    <dgm:pt modelId="{F986B36B-C77B-4B85-BCB0-B2BEDE6B5DCF}" type="pres">
      <dgm:prSet presAssocID="{FE9BF36F-5E49-46EA-AA47-07EAFA02B39C}" presName="vert1" presStyleCnt="0"/>
      <dgm:spPr/>
    </dgm:pt>
    <dgm:pt modelId="{ED5E538D-D5FD-4D80-83A2-8419CC1901F7}" type="pres">
      <dgm:prSet presAssocID="{124D7910-32F2-4125-96FA-11417E451487}" presName="thickLine" presStyleLbl="alignNode1" presStyleIdx="2" presStyleCnt="3"/>
      <dgm:spPr/>
    </dgm:pt>
    <dgm:pt modelId="{741A83EE-FD2F-4876-8308-DBD841D78E2E}" type="pres">
      <dgm:prSet presAssocID="{124D7910-32F2-4125-96FA-11417E451487}" presName="horz1" presStyleCnt="0"/>
      <dgm:spPr/>
    </dgm:pt>
    <dgm:pt modelId="{D3BDAA2F-443F-411E-8D06-EE589F16F20C}" type="pres">
      <dgm:prSet presAssocID="{124D7910-32F2-4125-96FA-11417E451487}" presName="tx1" presStyleLbl="revTx" presStyleIdx="2" presStyleCnt="3"/>
      <dgm:spPr/>
    </dgm:pt>
    <dgm:pt modelId="{C241F562-B0ED-4BFC-ACAB-1EE2375331C1}" type="pres">
      <dgm:prSet presAssocID="{124D7910-32F2-4125-96FA-11417E451487}" presName="vert1" presStyleCnt="0"/>
      <dgm:spPr/>
    </dgm:pt>
  </dgm:ptLst>
  <dgm:cxnLst>
    <dgm:cxn modelId="{B2E0E666-9639-4A43-8BC3-C503EACC7297}" srcId="{E04D4DC9-55AD-4BA9-99C2-50DE71D37142}" destId="{5B04931E-C864-4F8B-8210-7B552590A99F}" srcOrd="0" destOrd="0" parTransId="{61AB4A82-54D0-420F-B3FB-93E03BB0E4BF}" sibTransId="{5A5EE6C5-6D71-4648-964E-22721B4D99D5}"/>
    <dgm:cxn modelId="{FE23CA76-4D77-4C50-B479-09B42B36136E}" type="presOf" srcId="{E04D4DC9-55AD-4BA9-99C2-50DE71D37142}" destId="{0378CCD6-6B51-4049-A928-92D7B01A353D}" srcOrd="0" destOrd="0" presId="urn:microsoft.com/office/officeart/2008/layout/LinedList"/>
    <dgm:cxn modelId="{359D5B80-0583-47FB-B824-8129B505A04B}" type="presOf" srcId="{124D7910-32F2-4125-96FA-11417E451487}" destId="{D3BDAA2F-443F-411E-8D06-EE589F16F20C}" srcOrd="0" destOrd="0" presId="urn:microsoft.com/office/officeart/2008/layout/LinedList"/>
    <dgm:cxn modelId="{589F8BB3-9FF4-40B5-9CC8-4F71C3AD8277}" srcId="{E04D4DC9-55AD-4BA9-99C2-50DE71D37142}" destId="{FE9BF36F-5E49-46EA-AA47-07EAFA02B39C}" srcOrd="1" destOrd="0" parTransId="{CFD0F478-4C2E-425E-B554-0B9D7BE19567}" sibTransId="{27A881DB-8053-4898-A8C2-CD099D96294C}"/>
    <dgm:cxn modelId="{3F1313D2-D113-4A2E-B7B3-7CB7B6BAC332}" srcId="{E04D4DC9-55AD-4BA9-99C2-50DE71D37142}" destId="{124D7910-32F2-4125-96FA-11417E451487}" srcOrd="2" destOrd="0" parTransId="{97CC7289-5B7F-4A80-852B-18835C714843}" sibTransId="{5D15AA91-2FEA-41E8-B178-8E3196CA03AD}"/>
    <dgm:cxn modelId="{446C96DA-9F93-4FAB-A032-45CD8C038F97}" type="presOf" srcId="{FE9BF36F-5E49-46EA-AA47-07EAFA02B39C}" destId="{2690F7CB-C072-4C93-9EC4-053F9D7790BD}" srcOrd="0" destOrd="0" presId="urn:microsoft.com/office/officeart/2008/layout/LinedList"/>
    <dgm:cxn modelId="{226C0EEF-9964-4A18-AD29-87D2FCC4DF2C}" type="presOf" srcId="{5B04931E-C864-4F8B-8210-7B552590A99F}" destId="{DB9CCED7-35D7-4732-B46D-AE53E09A9A65}" srcOrd="0" destOrd="0" presId="urn:microsoft.com/office/officeart/2008/layout/LinedList"/>
    <dgm:cxn modelId="{71164587-B377-4430-91CA-568102428E08}" type="presParOf" srcId="{0378CCD6-6B51-4049-A928-92D7B01A353D}" destId="{4DE007D0-3938-46E0-9E2F-DB198612BFEA}" srcOrd="0" destOrd="0" presId="urn:microsoft.com/office/officeart/2008/layout/LinedList"/>
    <dgm:cxn modelId="{F381E861-7CC9-4B92-A631-9576B8E43B4C}" type="presParOf" srcId="{0378CCD6-6B51-4049-A928-92D7B01A353D}" destId="{50BCF70A-D318-406D-88AC-A25BC63CAD15}" srcOrd="1" destOrd="0" presId="urn:microsoft.com/office/officeart/2008/layout/LinedList"/>
    <dgm:cxn modelId="{F83E27E4-FDE9-4BBE-B38C-519FA616C62D}" type="presParOf" srcId="{50BCF70A-D318-406D-88AC-A25BC63CAD15}" destId="{DB9CCED7-35D7-4732-B46D-AE53E09A9A65}" srcOrd="0" destOrd="0" presId="urn:microsoft.com/office/officeart/2008/layout/LinedList"/>
    <dgm:cxn modelId="{93FD76E1-1A95-49E3-8972-B84A44FB948E}" type="presParOf" srcId="{50BCF70A-D318-406D-88AC-A25BC63CAD15}" destId="{FD9A9994-DD60-4D89-882E-202031000C51}" srcOrd="1" destOrd="0" presId="urn:microsoft.com/office/officeart/2008/layout/LinedList"/>
    <dgm:cxn modelId="{9B90842D-BF85-4404-BDA2-D7995A022E4B}" type="presParOf" srcId="{0378CCD6-6B51-4049-A928-92D7B01A353D}" destId="{C9504D43-BFCF-4DB2-BD2E-71F974FEBB8D}" srcOrd="2" destOrd="0" presId="urn:microsoft.com/office/officeart/2008/layout/LinedList"/>
    <dgm:cxn modelId="{3BAC5E01-66F3-4AC8-831E-5BC46851CBE9}" type="presParOf" srcId="{0378CCD6-6B51-4049-A928-92D7B01A353D}" destId="{3B103973-D36D-42D6-B166-8BE39C52E973}" srcOrd="3" destOrd="0" presId="urn:microsoft.com/office/officeart/2008/layout/LinedList"/>
    <dgm:cxn modelId="{BF5457BE-A1A5-49A8-A64A-42A3E3888F91}" type="presParOf" srcId="{3B103973-D36D-42D6-B166-8BE39C52E973}" destId="{2690F7CB-C072-4C93-9EC4-053F9D7790BD}" srcOrd="0" destOrd="0" presId="urn:microsoft.com/office/officeart/2008/layout/LinedList"/>
    <dgm:cxn modelId="{2C9BDF13-112F-4172-B3B8-34729CD3D67A}" type="presParOf" srcId="{3B103973-D36D-42D6-B166-8BE39C52E973}" destId="{F986B36B-C77B-4B85-BCB0-B2BEDE6B5DCF}" srcOrd="1" destOrd="0" presId="urn:microsoft.com/office/officeart/2008/layout/LinedList"/>
    <dgm:cxn modelId="{396594A4-66F0-4D1F-BA31-3DE895DA0822}" type="presParOf" srcId="{0378CCD6-6B51-4049-A928-92D7B01A353D}" destId="{ED5E538D-D5FD-4D80-83A2-8419CC1901F7}" srcOrd="4" destOrd="0" presId="urn:microsoft.com/office/officeart/2008/layout/LinedList"/>
    <dgm:cxn modelId="{47349C98-C335-4EF9-946A-D7D6683BD5B8}" type="presParOf" srcId="{0378CCD6-6B51-4049-A928-92D7B01A353D}" destId="{741A83EE-FD2F-4876-8308-DBD841D78E2E}" srcOrd="5" destOrd="0" presId="urn:microsoft.com/office/officeart/2008/layout/LinedList"/>
    <dgm:cxn modelId="{F5501A1A-82E5-4888-AECE-DF4C8FC4C121}" type="presParOf" srcId="{741A83EE-FD2F-4876-8308-DBD841D78E2E}" destId="{D3BDAA2F-443F-411E-8D06-EE589F16F20C}" srcOrd="0" destOrd="0" presId="urn:microsoft.com/office/officeart/2008/layout/LinedList"/>
    <dgm:cxn modelId="{386AAB16-8ADC-4A1B-B52A-D10AC38A3370}" type="presParOf" srcId="{741A83EE-FD2F-4876-8308-DBD841D78E2E}" destId="{C241F562-B0ED-4BFC-ACAB-1EE2375331C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8101A70-B3CB-4903-9A5B-0179D91A06C7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accent2_2" csCatId="accent2" phldr="1"/>
      <dgm:spPr/>
      <dgm:t>
        <a:bodyPr/>
        <a:lstStyle/>
        <a:p>
          <a:endParaRPr lang="en-US"/>
        </a:p>
      </dgm:t>
    </dgm:pt>
    <dgm:pt modelId="{8ADE7C84-120D-4F88-8EA8-22140FBF7F72}">
      <dgm:prSet/>
      <dgm:spPr/>
      <dgm:t>
        <a:bodyPr/>
        <a:lstStyle/>
        <a:p>
          <a:r>
            <a:rPr lang="en-US">
              <a:latin typeface="Aharoni" panose="02010803020104030203" pitchFamily="2" charset="-79"/>
              <a:cs typeface="Aharoni" panose="02010803020104030203" pitchFamily="2" charset="-79"/>
            </a:rPr>
            <a:t>L’essor des plateformes comme Netflix, Amazon Prime et Disney+ a transformé la consommation des films.</a:t>
          </a:r>
        </a:p>
      </dgm:t>
    </dgm:pt>
    <dgm:pt modelId="{A4979955-29AB-4B63-A0DE-193145616672}" type="parTrans" cxnId="{02ACCB4C-C33E-4A3F-84E2-EA3DFBD6A634}">
      <dgm:prSet/>
      <dgm:spPr/>
      <dgm:t>
        <a:bodyPr/>
        <a:lstStyle/>
        <a:p>
          <a:endParaRPr lang="en-US"/>
        </a:p>
      </dgm:t>
    </dgm:pt>
    <dgm:pt modelId="{F1A8F21A-AE7D-42CC-868C-2F281C98683B}" type="sibTrans" cxnId="{02ACCB4C-C33E-4A3F-84E2-EA3DFBD6A634}">
      <dgm:prSet/>
      <dgm:spPr/>
      <dgm:t>
        <a:bodyPr/>
        <a:lstStyle/>
        <a:p>
          <a:endParaRPr lang="en-US"/>
        </a:p>
      </dgm:t>
    </dgm:pt>
    <dgm:pt modelId="{0412623B-ADD8-4C9E-A3DB-5E27C0D19C80}">
      <dgm:prSet/>
      <dgm:spPr/>
      <dgm:t>
        <a:bodyPr/>
        <a:lstStyle/>
        <a:p>
          <a:r>
            <a:rPr lang="en-US">
              <a:latin typeface="Aharoni" panose="02010803020104030203" pitchFamily="2" charset="-79"/>
              <a:cs typeface="Aharoni" panose="02010803020104030203" pitchFamily="2" charset="-79"/>
            </a:rPr>
            <a:t>Ces plateformes utilisent des systèmes de recommandation intelligents basés sur le comportement des spectateurs.</a:t>
          </a:r>
        </a:p>
      </dgm:t>
    </dgm:pt>
    <dgm:pt modelId="{EA6D4B5F-8DC5-4F10-8B84-CD7BB1F6619B}" type="parTrans" cxnId="{700576BE-83C0-4E08-B7B6-43B0C0C045E1}">
      <dgm:prSet/>
      <dgm:spPr/>
      <dgm:t>
        <a:bodyPr/>
        <a:lstStyle/>
        <a:p>
          <a:endParaRPr lang="en-US"/>
        </a:p>
      </dgm:t>
    </dgm:pt>
    <dgm:pt modelId="{BB734616-3573-4A04-944A-01A2BDC07339}" type="sibTrans" cxnId="{700576BE-83C0-4E08-B7B6-43B0C0C045E1}">
      <dgm:prSet/>
      <dgm:spPr/>
      <dgm:t>
        <a:bodyPr/>
        <a:lstStyle/>
        <a:p>
          <a:endParaRPr lang="en-US"/>
        </a:p>
      </dgm:t>
    </dgm:pt>
    <dgm:pt modelId="{6797B13D-7291-44A6-BD07-5E3534C0F6C1}" type="pres">
      <dgm:prSet presAssocID="{68101A70-B3CB-4903-9A5B-0179D91A06C7}" presName="root" presStyleCnt="0">
        <dgm:presLayoutVars>
          <dgm:dir/>
          <dgm:resizeHandles val="exact"/>
        </dgm:presLayoutVars>
      </dgm:prSet>
      <dgm:spPr/>
    </dgm:pt>
    <dgm:pt modelId="{5FB5EA3F-56FF-4965-B702-41D09F2C797D}" type="pres">
      <dgm:prSet presAssocID="{68101A70-B3CB-4903-9A5B-0179D91A06C7}" presName="container" presStyleCnt="0">
        <dgm:presLayoutVars>
          <dgm:dir/>
          <dgm:resizeHandles val="exact"/>
        </dgm:presLayoutVars>
      </dgm:prSet>
      <dgm:spPr/>
    </dgm:pt>
    <dgm:pt modelId="{DF2AADC7-6915-490C-9929-8B488D3221B2}" type="pres">
      <dgm:prSet presAssocID="{8ADE7C84-120D-4F88-8EA8-22140FBF7F72}" presName="compNode" presStyleCnt="0"/>
      <dgm:spPr/>
    </dgm:pt>
    <dgm:pt modelId="{7C1E057A-07A3-4691-B74B-03E8318F8C2C}" type="pres">
      <dgm:prSet presAssocID="{8ADE7C84-120D-4F88-8EA8-22140FBF7F72}" presName="iconBgRect" presStyleLbl="bgShp" presStyleIdx="0" presStyleCnt="2"/>
      <dgm:spPr/>
    </dgm:pt>
    <dgm:pt modelId="{BCCACA06-6607-4A20-8234-B7D6403B9A86}" type="pres">
      <dgm:prSet presAssocID="{8ADE7C84-120D-4F88-8EA8-22140FBF7F72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reel"/>
        </a:ext>
      </dgm:extLst>
    </dgm:pt>
    <dgm:pt modelId="{EA3816D4-0EE5-4A57-89CA-31638C974327}" type="pres">
      <dgm:prSet presAssocID="{8ADE7C84-120D-4F88-8EA8-22140FBF7F72}" presName="spaceRect" presStyleCnt="0"/>
      <dgm:spPr/>
    </dgm:pt>
    <dgm:pt modelId="{BDED4ABB-A150-443D-B062-73AA445630B8}" type="pres">
      <dgm:prSet presAssocID="{8ADE7C84-120D-4F88-8EA8-22140FBF7F72}" presName="textRect" presStyleLbl="revTx" presStyleIdx="0" presStyleCnt="2">
        <dgm:presLayoutVars>
          <dgm:chMax val="1"/>
          <dgm:chPref val="1"/>
        </dgm:presLayoutVars>
      </dgm:prSet>
      <dgm:spPr/>
    </dgm:pt>
    <dgm:pt modelId="{FC91A545-5F8A-4C2F-8901-571FC110E641}" type="pres">
      <dgm:prSet presAssocID="{F1A8F21A-AE7D-42CC-868C-2F281C98683B}" presName="sibTrans" presStyleLbl="sibTrans2D1" presStyleIdx="0" presStyleCnt="0"/>
      <dgm:spPr/>
    </dgm:pt>
    <dgm:pt modelId="{F216CD81-D3F5-467E-9A87-E2B5E94E832B}" type="pres">
      <dgm:prSet presAssocID="{0412623B-ADD8-4C9E-A3DB-5E27C0D19C80}" presName="compNode" presStyleCnt="0"/>
      <dgm:spPr/>
    </dgm:pt>
    <dgm:pt modelId="{EE796D20-4B90-45E1-B0EB-9E55DBE24C9D}" type="pres">
      <dgm:prSet presAssocID="{0412623B-ADD8-4C9E-A3DB-5E27C0D19C80}" presName="iconBgRect" presStyleLbl="bgShp" presStyleIdx="1" presStyleCnt="2"/>
      <dgm:spPr/>
    </dgm:pt>
    <dgm:pt modelId="{B40E5644-5CD8-49F3-BD58-F8F12379FCDE}" type="pres">
      <dgm:prSet presAssocID="{0412623B-ADD8-4C9E-A3DB-5E27C0D19C8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E21D2889-90D3-46A4-8B9B-F464B4E162B2}" type="pres">
      <dgm:prSet presAssocID="{0412623B-ADD8-4C9E-A3DB-5E27C0D19C80}" presName="spaceRect" presStyleCnt="0"/>
      <dgm:spPr/>
    </dgm:pt>
    <dgm:pt modelId="{C643AF01-C0DF-42C4-B901-640AECBDB361}" type="pres">
      <dgm:prSet presAssocID="{0412623B-ADD8-4C9E-A3DB-5E27C0D19C8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BC474F08-E291-4F5D-B1EF-2458EBAA0DE6}" type="presOf" srcId="{0412623B-ADD8-4C9E-A3DB-5E27C0D19C80}" destId="{C643AF01-C0DF-42C4-B901-640AECBDB361}" srcOrd="0" destOrd="0" presId="urn:microsoft.com/office/officeart/2018/2/layout/IconCircleList"/>
    <dgm:cxn modelId="{A519D330-950B-454F-B003-E14433536ADB}" type="presOf" srcId="{8ADE7C84-120D-4F88-8EA8-22140FBF7F72}" destId="{BDED4ABB-A150-443D-B062-73AA445630B8}" srcOrd="0" destOrd="0" presId="urn:microsoft.com/office/officeart/2018/2/layout/IconCircleList"/>
    <dgm:cxn modelId="{02ACCB4C-C33E-4A3F-84E2-EA3DFBD6A634}" srcId="{68101A70-B3CB-4903-9A5B-0179D91A06C7}" destId="{8ADE7C84-120D-4F88-8EA8-22140FBF7F72}" srcOrd="0" destOrd="0" parTransId="{A4979955-29AB-4B63-A0DE-193145616672}" sibTransId="{F1A8F21A-AE7D-42CC-868C-2F281C98683B}"/>
    <dgm:cxn modelId="{94B8AC82-6A54-4B01-A015-6C1C82526EE4}" type="presOf" srcId="{68101A70-B3CB-4903-9A5B-0179D91A06C7}" destId="{6797B13D-7291-44A6-BD07-5E3534C0F6C1}" srcOrd="0" destOrd="0" presId="urn:microsoft.com/office/officeart/2018/2/layout/IconCircleList"/>
    <dgm:cxn modelId="{700576BE-83C0-4E08-B7B6-43B0C0C045E1}" srcId="{68101A70-B3CB-4903-9A5B-0179D91A06C7}" destId="{0412623B-ADD8-4C9E-A3DB-5E27C0D19C80}" srcOrd="1" destOrd="0" parTransId="{EA6D4B5F-8DC5-4F10-8B84-CD7BB1F6619B}" sibTransId="{BB734616-3573-4A04-944A-01A2BDC07339}"/>
    <dgm:cxn modelId="{73CA60DA-ECCC-46F4-8FFF-BA84BD538011}" type="presOf" srcId="{F1A8F21A-AE7D-42CC-868C-2F281C98683B}" destId="{FC91A545-5F8A-4C2F-8901-571FC110E641}" srcOrd="0" destOrd="0" presId="urn:microsoft.com/office/officeart/2018/2/layout/IconCircleList"/>
    <dgm:cxn modelId="{9ECCC0F9-EA8F-4BB7-907F-8C2F0354BBC3}" type="presParOf" srcId="{6797B13D-7291-44A6-BD07-5E3534C0F6C1}" destId="{5FB5EA3F-56FF-4965-B702-41D09F2C797D}" srcOrd="0" destOrd="0" presId="urn:microsoft.com/office/officeart/2018/2/layout/IconCircleList"/>
    <dgm:cxn modelId="{7A65A7D2-CF4D-4656-BC15-46FBECB5AF34}" type="presParOf" srcId="{5FB5EA3F-56FF-4965-B702-41D09F2C797D}" destId="{DF2AADC7-6915-490C-9929-8B488D3221B2}" srcOrd="0" destOrd="0" presId="urn:microsoft.com/office/officeart/2018/2/layout/IconCircleList"/>
    <dgm:cxn modelId="{6EBB25A2-A36C-4974-8C9E-6661159ECE39}" type="presParOf" srcId="{DF2AADC7-6915-490C-9929-8B488D3221B2}" destId="{7C1E057A-07A3-4691-B74B-03E8318F8C2C}" srcOrd="0" destOrd="0" presId="urn:microsoft.com/office/officeart/2018/2/layout/IconCircleList"/>
    <dgm:cxn modelId="{AB0589D4-A86B-489A-AC02-EAD5336C42E9}" type="presParOf" srcId="{DF2AADC7-6915-490C-9929-8B488D3221B2}" destId="{BCCACA06-6607-4A20-8234-B7D6403B9A86}" srcOrd="1" destOrd="0" presId="urn:microsoft.com/office/officeart/2018/2/layout/IconCircleList"/>
    <dgm:cxn modelId="{695EED13-6D27-4991-9123-D945ED625F52}" type="presParOf" srcId="{DF2AADC7-6915-490C-9929-8B488D3221B2}" destId="{EA3816D4-0EE5-4A57-89CA-31638C974327}" srcOrd="2" destOrd="0" presId="urn:microsoft.com/office/officeart/2018/2/layout/IconCircleList"/>
    <dgm:cxn modelId="{EA4A863E-7582-405C-B57C-BF9DF2F1D164}" type="presParOf" srcId="{DF2AADC7-6915-490C-9929-8B488D3221B2}" destId="{BDED4ABB-A150-443D-B062-73AA445630B8}" srcOrd="3" destOrd="0" presId="urn:microsoft.com/office/officeart/2018/2/layout/IconCircleList"/>
    <dgm:cxn modelId="{1808F8C4-5B4B-4166-BB1A-BD458869B2A9}" type="presParOf" srcId="{5FB5EA3F-56FF-4965-B702-41D09F2C797D}" destId="{FC91A545-5F8A-4C2F-8901-571FC110E641}" srcOrd="1" destOrd="0" presId="urn:microsoft.com/office/officeart/2018/2/layout/IconCircleList"/>
    <dgm:cxn modelId="{635BB82B-4B78-4DAE-BF45-797B3A263226}" type="presParOf" srcId="{5FB5EA3F-56FF-4965-B702-41D09F2C797D}" destId="{F216CD81-D3F5-467E-9A87-E2B5E94E832B}" srcOrd="2" destOrd="0" presId="urn:microsoft.com/office/officeart/2018/2/layout/IconCircleList"/>
    <dgm:cxn modelId="{5021F594-33B5-453F-8434-62C2EB37601E}" type="presParOf" srcId="{F216CD81-D3F5-467E-9A87-E2B5E94E832B}" destId="{EE796D20-4B90-45E1-B0EB-9E55DBE24C9D}" srcOrd="0" destOrd="0" presId="urn:microsoft.com/office/officeart/2018/2/layout/IconCircleList"/>
    <dgm:cxn modelId="{31014533-AA93-44D7-A90B-AE5992224CF9}" type="presParOf" srcId="{F216CD81-D3F5-467E-9A87-E2B5E94E832B}" destId="{B40E5644-5CD8-49F3-BD58-F8F12379FCDE}" srcOrd="1" destOrd="0" presId="urn:microsoft.com/office/officeart/2018/2/layout/IconCircleList"/>
    <dgm:cxn modelId="{D5ECF830-62EF-4FDB-9DE0-EE68BFB4CBDF}" type="presParOf" srcId="{F216CD81-D3F5-467E-9A87-E2B5E94E832B}" destId="{E21D2889-90D3-46A4-8B9B-F464B4E162B2}" srcOrd="2" destOrd="0" presId="urn:microsoft.com/office/officeart/2018/2/layout/IconCircleList"/>
    <dgm:cxn modelId="{C4851478-3E9C-4C90-AA51-AD5E852F69B3}" type="presParOf" srcId="{F216CD81-D3F5-467E-9A87-E2B5E94E832B}" destId="{C643AF01-C0DF-42C4-B901-640AECBDB361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0F9568D-4A79-433C-A4F5-BAA7592F8F6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CB24CAA8-9097-48CD-992E-85909D9E745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movies.csv : films (movieId, title, genres)</a:t>
          </a:r>
        </a:p>
      </dgm:t>
    </dgm:pt>
    <dgm:pt modelId="{DC02CE0E-DD9E-412B-8EB5-A69D8A9C6F87}" type="parTrans" cxnId="{20D8D2B4-75B8-4BFB-A62C-2DE63561FBD4}">
      <dgm:prSet/>
      <dgm:spPr/>
      <dgm:t>
        <a:bodyPr/>
        <a:lstStyle/>
        <a:p>
          <a:endParaRPr lang="en-US"/>
        </a:p>
      </dgm:t>
    </dgm:pt>
    <dgm:pt modelId="{3B23C0DB-0653-4071-AB07-3E286C666BD2}" type="sibTrans" cxnId="{20D8D2B4-75B8-4BFB-A62C-2DE63561FBD4}">
      <dgm:prSet/>
      <dgm:spPr/>
      <dgm:t>
        <a:bodyPr/>
        <a:lstStyle/>
        <a:p>
          <a:endParaRPr lang="en-US"/>
        </a:p>
      </dgm:t>
    </dgm:pt>
    <dgm:pt modelId="{BBEE3A12-6EFB-48E9-9997-9E068970263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ratings.csv : notes (userId, movieId, rating)</a:t>
          </a:r>
        </a:p>
      </dgm:t>
    </dgm:pt>
    <dgm:pt modelId="{5A9D2EDD-4DE9-47A4-A559-DA1A0461813C}" type="parTrans" cxnId="{A90F1CA1-5910-41AA-B8EA-06FA1589A2EC}">
      <dgm:prSet/>
      <dgm:spPr/>
      <dgm:t>
        <a:bodyPr/>
        <a:lstStyle/>
        <a:p>
          <a:endParaRPr lang="en-US"/>
        </a:p>
      </dgm:t>
    </dgm:pt>
    <dgm:pt modelId="{4700FDCC-CBED-4892-A9A0-999C7C905A06}" type="sibTrans" cxnId="{A90F1CA1-5910-41AA-B8EA-06FA1589A2EC}">
      <dgm:prSet/>
      <dgm:spPr/>
      <dgm:t>
        <a:bodyPr/>
        <a:lstStyle/>
        <a:p>
          <a:endParaRPr lang="en-US"/>
        </a:p>
      </dgm:t>
    </dgm:pt>
    <dgm:pt modelId="{3E1A9CC2-B4F3-4F88-AA47-EC171FD44A1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tags.csv : étiquettes (userId, movieId, tag)</a:t>
          </a:r>
        </a:p>
      </dgm:t>
    </dgm:pt>
    <dgm:pt modelId="{DDADDC17-7344-4577-BAF4-8F0C96E985B9}" type="parTrans" cxnId="{67B66A2C-0FF6-4EEA-AA86-B23E900CC007}">
      <dgm:prSet/>
      <dgm:spPr/>
      <dgm:t>
        <a:bodyPr/>
        <a:lstStyle/>
        <a:p>
          <a:endParaRPr lang="en-US"/>
        </a:p>
      </dgm:t>
    </dgm:pt>
    <dgm:pt modelId="{734D883D-0BDF-4B09-A1C9-5B0A186E0FA1}" type="sibTrans" cxnId="{67B66A2C-0FF6-4EEA-AA86-B23E900CC007}">
      <dgm:prSet/>
      <dgm:spPr/>
      <dgm:t>
        <a:bodyPr/>
        <a:lstStyle/>
        <a:p>
          <a:endParaRPr lang="en-US"/>
        </a:p>
      </dgm:t>
    </dgm:pt>
    <dgm:pt modelId="{EE185EAD-CC49-4D73-B96E-EA34DF3E354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Fusion autour de movieId pour une base intégrée.</a:t>
          </a:r>
        </a:p>
      </dgm:t>
    </dgm:pt>
    <dgm:pt modelId="{F6A392F6-BABD-42E5-A7BA-470AA61F7E6E}" type="parTrans" cxnId="{71FAB561-E963-483A-84A6-8BD36C2F59EB}">
      <dgm:prSet/>
      <dgm:spPr/>
      <dgm:t>
        <a:bodyPr/>
        <a:lstStyle/>
        <a:p>
          <a:endParaRPr lang="en-US"/>
        </a:p>
      </dgm:t>
    </dgm:pt>
    <dgm:pt modelId="{1699D461-C41B-4BDA-82CC-42015B37DC40}" type="sibTrans" cxnId="{71FAB561-E963-483A-84A6-8BD36C2F59EB}">
      <dgm:prSet/>
      <dgm:spPr/>
      <dgm:t>
        <a:bodyPr/>
        <a:lstStyle/>
        <a:p>
          <a:endParaRPr lang="en-US"/>
        </a:p>
      </dgm:t>
    </dgm:pt>
    <dgm:pt modelId="{CA9AA2C1-BF58-4A49-8F01-25380F6AA3B4}" type="pres">
      <dgm:prSet presAssocID="{A0F9568D-4A79-433C-A4F5-BAA7592F8F6C}" presName="root" presStyleCnt="0">
        <dgm:presLayoutVars>
          <dgm:dir/>
          <dgm:resizeHandles val="exact"/>
        </dgm:presLayoutVars>
      </dgm:prSet>
      <dgm:spPr/>
    </dgm:pt>
    <dgm:pt modelId="{779A8DE8-1D33-4133-993E-15EFC1BE527E}" type="pres">
      <dgm:prSet presAssocID="{CB24CAA8-9097-48CD-992E-85909D9E7450}" presName="compNode" presStyleCnt="0"/>
      <dgm:spPr/>
    </dgm:pt>
    <dgm:pt modelId="{94AE5739-3345-4475-9DE4-4948691B28B2}" type="pres">
      <dgm:prSet presAssocID="{CB24CAA8-9097-48CD-992E-85909D9E7450}" presName="bgRect" presStyleLbl="bgShp" presStyleIdx="0" presStyleCnt="4"/>
      <dgm:spPr/>
    </dgm:pt>
    <dgm:pt modelId="{86B1F9D8-5E96-4C1C-8C3A-868C5E4805FF}" type="pres">
      <dgm:prSet presAssocID="{CB24CAA8-9097-48CD-992E-85909D9E745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lm strip"/>
        </a:ext>
      </dgm:extLst>
    </dgm:pt>
    <dgm:pt modelId="{90D4DC03-B13E-449D-BCEF-BB4710B6F126}" type="pres">
      <dgm:prSet presAssocID="{CB24CAA8-9097-48CD-992E-85909D9E7450}" presName="spaceRect" presStyleCnt="0"/>
      <dgm:spPr/>
    </dgm:pt>
    <dgm:pt modelId="{5889F981-1E4C-4727-AB8B-76CC42F0B5F0}" type="pres">
      <dgm:prSet presAssocID="{CB24CAA8-9097-48CD-992E-85909D9E7450}" presName="parTx" presStyleLbl="revTx" presStyleIdx="0" presStyleCnt="4">
        <dgm:presLayoutVars>
          <dgm:chMax val="0"/>
          <dgm:chPref val="0"/>
        </dgm:presLayoutVars>
      </dgm:prSet>
      <dgm:spPr/>
    </dgm:pt>
    <dgm:pt modelId="{FA7DC880-E563-4C81-A132-7EE74C7A90D9}" type="pres">
      <dgm:prSet presAssocID="{3B23C0DB-0653-4071-AB07-3E286C666BD2}" presName="sibTrans" presStyleCnt="0"/>
      <dgm:spPr/>
    </dgm:pt>
    <dgm:pt modelId="{EA3AC55B-29C6-4CA5-BFFD-5EB624CE75CC}" type="pres">
      <dgm:prSet presAssocID="{BBEE3A12-6EFB-48E9-9997-9E0689702635}" presName="compNode" presStyleCnt="0"/>
      <dgm:spPr/>
    </dgm:pt>
    <dgm:pt modelId="{AC0EA5C4-7863-45E0-A7FB-6C07CEB8C8FF}" type="pres">
      <dgm:prSet presAssocID="{BBEE3A12-6EFB-48E9-9997-9E0689702635}" presName="bgRect" presStyleLbl="bgShp" presStyleIdx="1" presStyleCnt="4"/>
      <dgm:spPr/>
    </dgm:pt>
    <dgm:pt modelId="{9877968A-1774-4C90-B53F-5C84D941F7C4}" type="pres">
      <dgm:prSet presAssocID="{BBEE3A12-6EFB-48E9-9997-9E068970263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pie conforme"/>
        </a:ext>
      </dgm:extLst>
    </dgm:pt>
    <dgm:pt modelId="{8695FFEE-3A5B-488F-BB39-F5257139F188}" type="pres">
      <dgm:prSet presAssocID="{BBEE3A12-6EFB-48E9-9997-9E0689702635}" presName="spaceRect" presStyleCnt="0"/>
      <dgm:spPr/>
    </dgm:pt>
    <dgm:pt modelId="{5A372104-71E3-4E88-9445-CB3504191ABC}" type="pres">
      <dgm:prSet presAssocID="{BBEE3A12-6EFB-48E9-9997-9E0689702635}" presName="parTx" presStyleLbl="revTx" presStyleIdx="1" presStyleCnt="4">
        <dgm:presLayoutVars>
          <dgm:chMax val="0"/>
          <dgm:chPref val="0"/>
        </dgm:presLayoutVars>
      </dgm:prSet>
      <dgm:spPr/>
    </dgm:pt>
    <dgm:pt modelId="{5F3BC36F-19D8-4B0B-97F8-099E4926A4E3}" type="pres">
      <dgm:prSet presAssocID="{4700FDCC-CBED-4892-A9A0-999C7C905A06}" presName="sibTrans" presStyleCnt="0"/>
      <dgm:spPr/>
    </dgm:pt>
    <dgm:pt modelId="{E30C291B-3B91-406D-8D56-7DD94ED359ED}" type="pres">
      <dgm:prSet presAssocID="{3E1A9CC2-B4F3-4F88-AA47-EC171FD44A11}" presName="compNode" presStyleCnt="0"/>
      <dgm:spPr/>
    </dgm:pt>
    <dgm:pt modelId="{1CA9B808-E021-4815-963C-9EA6D368F454}" type="pres">
      <dgm:prSet presAssocID="{3E1A9CC2-B4F3-4F88-AA47-EC171FD44A11}" presName="bgRect" presStyleLbl="bgShp" presStyleIdx="2" presStyleCnt="4"/>
      <dgm:spPr/>
    </dgm:pt>
    <dgm:pt modelId="{5197BDAA-28BE-4762-867B-04B1E3C3E7C5}" type="pres">
      <dgm:prSet presAssocID="{3E1A9CC2-B4F3-4F88-AA47-EC171FD44A11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bel"/>
        </a:ext>
      </dgm:extLst>
    </dgm:pt>
    <dgm:pt modelId="{A3C2DF43-B67D-4026-9F69-9757CA6C7A36}" type="pres">
      <dgm:prSet presAssocID="{3E1A9CC2-B4F3-4F88-AA47-EC171FD44A11}" presName="spaceRect" presStyleCnt="0"/>
      <dgm:spPr/>
    </dgm:pt>
    <dgm:pt modelId="{50B1EBAF-AF3B-4D05-AFF8-9172F7AA04F0}" type="pres">
      <dgm:prSet presAssocID="{3E1A9CC2-B4F3-4F88-AA47-EC171FD44A11}" presName="parTx" presStyleLbl="revTx" presStyleIdx="2" presStyleCnt="4">
        <dgm:presLayoutVars>
          <dgm:chMax val="0"/>
          <dgm:chPref val="0"/>
        </dgm:presLayoutVars>
      </dgm:prSet>
      <dgm:spPr/>
    </dgm:pt>
    <dgm:pt modelId="{114C83EC-878F-4C8E-A6F3-BEAC94412679}" type="pres">
      <dgm:prSet presAssocID="{734D883D-0BDF-4B09-A1C9-5B0A186E0FA1}" presName="sibTrans" presStyleCnt="0"/>
      <dgm:spPr/>
    </dgm:pt>
    <dgm:pt modelId="{37B1D56F-8A49-440B-AF87-609437B3C13D}" type="pres">
      <dgm:prSet presAssocID="{EE185EAD-CC49-4D73-B96E-EA34DF3E3540}" presName="compNode" presStyleCnt="0"/>
      <dgm:spPr/>
    </dgm:pt>
    <dgm:pt modelId="{955203B5-CB4E-47ED-8E8E-AF823DCA714F}" type="pres">
      <dgm:prSet presAssocID="{EE185EAD-CC49-4D73-B96E-EA34DF3E3540}" presName="bgRect" presStyleLbl="bgShp" presStyleIdx="3" presStyleCnt="4"/>
      <dgm:spPr/>
    </dgm:pt>
    <dgm:pt modelId="{8AE5FD30-118F-47AE-922F-9B788B9E3835}" type="pres">
      <dgm:prSet presAssocID="{EE185EAD-CC49-4D73-B96E-EA34DF3E3540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éconnecté"/>
        </a:ext>
      </dgm:extLst>
    </dgm:pt>
    <dgm:pt modelId="{6C63CE99-5DE7-45EF-BF9C-3AC3AE5DF97F}" type="pres">
      <dgm:prSet presAssocID="{EE185EAD-CC49-4D73-B96E-EA34DF3E3540}" presName="spaceRect" presStyleCnt="0"/>
      <dgm:spPr/>
    </dgm:pt>
    <dgm:pt modelId="{8C755AB2-BF2F-4A81-94E2-38E670FA7544}" type="pres">
      <dgm:prSet presAssocID="{EE185EAD-CC49-4D73-B96E-EA34DF3E3540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67B66A2C-0FF6-4EEA-AA86-B23E900CC007}" srcId="{A0F9568D-4A79-433C-A4F5-BAA7592F8F6C}" destId="{3E1A9CC2-B4F3-4F88-AA47-EC171FD44A11}" srcOrd="2" destOrd="0" parTransId="{DDADDC17-7344-4577-BAF4-8F0C96E985B9}" sibTransId="{734D883D-0BDF-4B09-A1C9-5B0A186E0FA1}"/>
    <dgm:cxn modelId="{483C8236-0A46-4292-BE05-B8D4743C4E2B}" type="presOf" srcId="{EE185EAD-CC49-4D73-B96E-EA34DF3E3540}" destId="{8C755AB2-BF2F-4A81-94E2-38E670FA7544}" srcOrd="0" destOrd="0" presId="urn:microsoft.com/office/officeart/2018/2/layout/IconVerticalSolidList"/>
    <dgm:cxn modelId="{71FAB561-E963-483A-84A6-8BD36C2F59EB}" srcId="{A0F9568D-4A79-433C-A4F5-BAA7592F8F6C}" destId="{EE185EAD-CC49-4D73-B96E-EA34DF3E3540}" srcOrd="3" destOrd="0" parTransId="{F6A392F6-BABD-42E5-A7BA-470AA61F7E6E}" sibTransId="{1699D461-C41B-4BDA-82CC-42015B37DC40}"/>
    <dgm:cxn modelId="{EC468647-F512-47D0-A5B9-DD98F62CCD07}" type="presOf" srcId="{CB24CAA8-9097-48CD-992E-85909D9E7450}" destId="{5889F981-1E4C-4727-AB8B-76CC42F0B5F0}" srcOrd="0" destOrd="0" presId="urn:microsoft.com/office/officeart/2018/2/layout/IconVerticalSolidList"/>
    <dgm:cxn modelId="{9F4F1E6A-DB43-452E-B75E-684A1D4BE087}" type="presOf" srcId="{A0F9568D-4A79-433C-A4F5-BAA7592F8F6C}" destId="{CA9AA2C1-BF58-4A49-8F01-25380F6AA3B4}" srcOrd="0" destOrd="0" presId="urn:microsoft.com/office/officeart/2018/2/layout/IconVerticalSolidList"/>
    <dgm:cxn modelId="{F51EB16D-13EA-47E4-9313-58EC1BB95A5E}" type="presOf" srcId="{3E1A9CC2-B4F3-4F88-AA47-EC171FD44A11}" destId="{50B1EBAF-AF3B-4D05-AFF8-9172F7AA04F0}" srcOrd="0" destOrd="0" presId="urn:microsoft.com/office/officeart/2018/2/layout/IconVerticalSolidList"/>
    <dgm:cxn modelId="{A90F1CA1-5910-41AA-B8EA-06FA1589A2EC}" srcId="{A0F9568D-4A79-433C-A4F5-BAA7592F8F6C}" destId="{BBEE3A12-6EFB-48E9-9997-9E0689702635}" srcOrd="1" destOrd="0" parTransId="{5A9D2EDD-4DE9-47A4-A559-DA1A0461813C}" sibTransId="{4700FDCC-CBED-4892-A9A0-999C7C905A06}"/>
    <dgm:cxn modelId="{12B9BFAD-AAE6-4B4F-8915-E7DFFE33ED76}" type="presOf" srcId="{BBEE3A12-6EFB-48E9-9997-9E0689702635}" destId="{5A372104-71E3-4E88-9445-CB3504191ABC}" srcOrd="0" destOrd="0" presId="urn:microsoft.com/office/officeart/2018/2/layout/IconVerticalSolidList"/>
    <dgm:cxn modelId="{20D8D2B4-75B8-4BFB-A62C-2DE63561FBD4}" srcId="{A0F9568D-4A79-433C-A4F5-BAA7592F8F6C}" destId="{CB24CAA8-9097-48CD-992E-85909D9E7450}" srcOrd="0" destOrd="0" parTransId="{DC02CE0E-DD9E-412B-8EB5-A69D8A9C6F87}" sibTransId="{3B23C0DB-0653-4071-AB07-3E286C666BD2}"/>
    <dgm:cxn modelId="{39C6C86D-C355-436A-9B76-2BC5028BFAD2}" type="presParOf" srcId="{CA9AA2C1-BF58-4A49-8F01-25380F6AA3B4}" destId="{779A8DE8-1D33-4133-993E-15EFC1BE527E}" srcOrd="0" destOrd="0" presId="urn:microsoft.com/office/officeart/2018/2/layout/IconVerticalSolidList"/>
    <dgm:cxn modelId="{58423E85-22DC-49E6-9616-A85ABA3C6C55}" type="presParOf" srcId="{779A8DE8-1D33-4133-993E-15EFC1BE527E}" destId="{94AE5739-3345-4475-9DE4-4948691B28B2}" srcOrd="0" destOrd="0" presId="urn:microsoft.com/office/officeart/2018/2/layout/IconVerticalSolidList"/>
    <dgm:cxn modelId="{505864F1-5F94-4917-A058-61BD4B7AFD8D}" type="presParOf" srcId="{779A8DE8-1D33-4133-993E-15EFC1BE527E}" destId="{86B1F9D8-5E96-4C1C-8C3A-868C5E4805FF}" srcOrd="1" destOrd="0" presId="urn:microsoft.com/office/officeart/2018/2/layout/IconVerticalSolidList"/>
    <dgm:cxn modelId="{28715557-7B52-4FFC-95B2-BAF2740210B6}" type="presParOf" srcId="{779A8DE8-1D33-4133-993E-15EFC1BE527E}" destId="{90D4DC03-B13E-449D-BCEF-BB4710B6F126}" srcOrd="2" destOrd="0" presId="urn:microsoft.com/office/officeart/2018/2/layout/IconVerticalSolidList"/>
    <dgm:cxn modelId="{2E60354B-249B-4EC2-9D77-D06B6DD197BA}" type="presParOf" srcId="{779A8DE8-1D33-4133-993E-15EFC1BE527E}" destId="{5889F981-1E4C-4727-AB8B-76CC42F0B5F0}" srcOrd="3" destOrd="0" presId="urn:microsoft.com/office/officeart/2018/2/layout/IconVerticalSolidList"/>
    <dgm:cxn modelId="{089B7F80-A690-4B37-8B11-C77B2AEACB20}" type="presParOf" srcId="{CA9AA2C1-BF58-4A49-8F01-25380F6AA3B4}" destId="{FA7DC880-E563-4C81-A132-7EE74C7A90D9}" srcOrd="1" destOrd="0" presId="urn:microsoft.com/office/officeart/2018/2/layout/IconVerticalSolidList"/>
    <dgm:cxn modelId="{503ADDCD-4493-4452-96E4-CC939B8BA058}" type="presParOf" srcId="{CA9AA2C1-BF58-4A49-8F01-25380F6AA3B4}" destId="{EA3AC55B-29C6-4CA5-BFFD-5EB624CE75CC}" srcOrd="2" destOrd="0" presId="urn:microsoft.com/office/officeart/2018/2/layout/IconVerticalSolidList"/>
    <dgm:cxn modelId="{F2F4CF2A-61BE-45CC-A35E-8FA1727506BC}" type="presParOf" srcId="{EA3AC55B-29C6-4CA5-BFFD-5EB624CE75CC}" destId="{AC0EA5C4-7863-45E0-A7FB-6C07CEB8C8FF}" srcOrd="0" destOrd="0" presId="urn:microsoft.com/office/officeart/2018/2/layout/IconVerticalSolidList"/>
    <dgm:cxn modelId="{A0FB23E5-E7AA-44A4-BC44-0AFE754234FB}" type="presParOf" srcId="{EA3AC55B-29C6-4CA5-BFFD-5EB624CE75CC}" destId="{9877968A-1774-4C90-B53F-5C84D941F7C4}" srcOrd="1" destOrd="0" presId="urn:microsoft.com/office/officeart/2018/2/layout/IconVerticalSolidList"/>
    <dgm:cxn modelId="{98EB8170-5390-4BFF-8E2B-AA941011E8EB}" type="presParOf" srcId="{EA3AC55B-29C6-4CA5-BFFD-5EB624CE75CC}" destId="{8695FFEE-3A5B-488F-BB39-F5257139F188}" srcOrd="2" destOrd="0" presId="urn:microsoft.com/office/officeart/2018/2/layout/IconVerticalSolidList"/>
    <dgm:cxn modelId="{003B4A2E-A025-4C94-8E5B-D66D75B140CE}" type="presParOf" srcId="{EA3AC55B-29C6-4CA5-BFFD-5EB624CE75CC}" destId="{5A372104-71E3-4E88-9445-CB3504191ABC}" srcOrd="3" destOrd="0" presId="urn:microsoft.com/office/officeart/2018/2/layout/IconVerticalSolidList"/>
    <dgm:cxn modelId="{D2AB0A9A-A6D2-41D1-B578-1638B7AD6FF1}" type="presParOf" srcId="{CA9AA2C1-BF58-4A49-8F01-25380F6AA3B4}" destId="{5F3BC36F-19D8-4B0B-97F8-099E4926A4E3}" srcOrd="3" destOrd="0" presId="urn:microsoft.com/office/officeart/2018/2/layout/IconVerticalSolidList"/>
    <dgm:cxn modelId="{70EE75CC-EC1C-4E58-8ECA-D57367C82AC2}" type="presParOf" srcId="{CA9AA2C1-BF58-4A49-8F01-25380F6AA3B4}" destId="{E30C291B-3B91-406D-8D56-7DD94ED359ED}" srcOrd="4" destOrd="0" presId="urn:microsoft.com/office/officeart/2018/2/layout/IconVerticalSolidList"/>
    <dgm:cxn modelId="{6E5A5D80-88BF-4A05-B573-5B198B804464}" type="presParOf" srcId="{E30C291B-3B91-406D-8D56-7DD94ED359ED}" destId="{1CA9B808-E021-4815-963C-9EA6D368F454}" srcOrd="0" destOrd="0" presId="urn:microsoft.com/office/officeart/2018/2/layout/IconVerticalSolidList"/>
    <dgm:cxn modelId="{F01F084E-1F37-4D8E-A69D-63ED9885124F}" type="presParOf" srcId="{E30C291B-3B91-406D-8D56-7DD94ED359ED}" destId="{5197BDAA-28BE-4762-867B-04B1E3C3E7C5}" srcOrd="1" destOrd="0" presId="urn:microsoft.com/office/officeart/2018/2/layout/IconVerticalSolidList"/>
    <dgm:cxn modelId="{E6C6C38D-AF3A-45FB-85D8-36902AFB7D4F}" type="presParOf" srcId="{E30C291B-3B91-406D-8D56-7DD94ED359ED}" destId="{A3C2DF43-B67D-4026-9F69-9757CA6C7A36}" srcOrd="2" destOrd="0" presId="urn:microsoft.com/office/officeart/2018/2/layout/IconVerticalSolidList"/>
    <dgm:cxn modelId="{D6951FF3-40FD-44E9-B3B2-079027651681}" type="presParOf" srcId="{E30C291B-3B91-406D-8D56-7DD94ED359ED}" destId="{50B1EBAF-AF3B-4D05-AFF8-9172F7AA04F0}" srcOrd="3" destOrd="0" presId="urn:microsoft.com/office/officeart/2018/2/layout/IconVerticalSolidList"/>
    <dgm:cxn modelId="{969BC2E6-E611-4B15-9E1C-1B707089A2D5}" type="presParOf" srcId="{CA9AA2C1-BF58-4A49-8F01-25380F6AA3B4}" destId="{114C83EC-878F-4C8E-A6F3-BEAC94412679}" srcOrd="5" destOrd="0" presId="urn:microsoft.com/office/officeart/2018/2/layout/IconVerticalSolidList"/>
    <dgm:cxn modelId="{B4580B3F-410B-47CE-90A7-53C61A45404F}" type="presParOf" srcId="{CA9AA2C1-BF58-4A49-8F01-25380F6AA3B4}" destId="{37B1D56F-8A49-440B-AF87-609437B3C13D}" srcOrd="6" destOrd="0" presId="urn:microsoft.com/office/officeart/2018/2/layout/IconVerticalSolidList"/>
    <dgm:cxn modelId="{1B1122FF-66E4-4187-B684-09ADB4F29FFC}" type="presParOf" srcId="{37B1D56F-8A49-440B-AF87-609437B3C13D}" destId="{955203B5-CB4E-47ED-8E8E-AF823DCA714F}" srcOrd="0" destOrd="0" presId="urn:microsoft.com/office/officeart/2018/2/layout/IconVerticalSolidList"/>
    <dgm:cxn modelId="{9613AF23-771E-40BC-8983-CEA308C9D406}" type="presParOf" srcId="{37B1D56F-8A49-440B-AF87-609437B3C13D}" destId="{8AE5FD30-118F-47AE-922F-9B788B9E3835}" srcOrd="1" destOrd="0" presId="urn:microsoft.com/office/officeart/2018/2/layout/IconVerticalSolidList"/>
    <dgm:cxn modelId="{272A84D7-ED30-4092-BB8F-E3E2578469F3}" type="presParOf" srcId="{37B1D56F-8A49-440B-AF87-609437B3C13D}" destId="{6C63CE99-5DE7-45EF-BF9C-3AC3AE5DF97F}" srcOrd="2" destOrd="0" presId="urn:microsoft.com/office/officeart/2018/2/layout/IconVerticalSolidList"/>
    <dgm:cxn modelId="{FFD26289-5653-491D-A591-3EB3F22ADC45}" type="presParOf" srcId="{37B1D56F-8A49-440B-AF87-609437B3C13D}" destId="{8C755AB2-BF2F-4A81-94E2-38E670FA754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93F06A4-BC8E-429F-90DA-2CAAE1FE1136}" type="doc">
      <dgm:prSet loTypeId="urn:microsoft.com/office/officeart/2005/8/layout/vList2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E64138D-5533-4BCD-98A4-A750198A1086}">
      <dgm:prSet/>
      <dgm:spPr/>
      <dgm:t>
        <a:bodyPr/>
        <a:lstStyle/>
        <a:p>
          <a:r>
            <a:rPr lang="en-US" dirty="0"/>
            <a:t>• 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Moyenne des notes : entre 3 et 4</a:t>
          </a:r>
        </a:p>
      </dgm:t>
    </dgm:pt>
    <dgm:pt modelId="{042B22E4-3541-4B50-BBF5-F305A2031F5C}" type="parTrans" cxnId="{97E7E37A-A277-4E3A-9BCA-A4A9C78CF740}">
      <dgm:prSet/>
      <dgm:spPr/>
      <dgm:t>
        <a:bodyPr/>
        <a:lstStyle/>
        <a:p>
          <a:endParaRPr lang="en-US"/>
        </a:p>
      </dgm:t>
    </dgm:pt>
    <dgm:pt modelId="{73AAF99E-70E0-446C-819C-9FC0D338FFEF}" type="sibTrans" cxnId="{97E7E37A-A277-4E3A-9BCA-A4A9C78CF740}">
      <dgm:prSet/>
      <dgm:spPr/>
      <dgm:t>
        <a:bodyPr/>
        <a:lstStyle/>
        <a:p>
          <a:endParaRPr lang="en-US"/>
        </a:p>
      </dgm:t>
    </dgm:pt>
    <dgm:pt modelId="{D15BC0B2-1CE1-4A66-8D25-C0EDDBB33E88}">
      <dgm:prSet/>
      <dgm:spPr/>
      <dgm:t>
        <a:bodyPr/>
        <a:lstStyle/>
        <a:p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• Genres dominants : Drama, Comedy</a:t>
          </a:r>
        </a:p>
      </dgm:t>
    </dgm:pt>
    <dgm:pt modelId="{AD076731-919F-4E9C-86AB-A20E49FB841B}" type="parTrans" cxnId="{F2A9E3C9-539E-4376-BE1D-0A828DC134E6}">
      <dgm:prSet/>
      <dgm:spPr/>
      <dgm:t>
        <a:bodyPr/>
        <a:lstStyle/>
        <a:p>
          <a:endParaRPr lang="en-US"/>
        </a:p>
      </dgm:t>
    </dgm:pt>
    <dgm:pt modelId="{EB92558C-C774-4023-AC51-DF220BEB91DE}" type="sibTrans" cxnId="{F2A9E3C9-539E-4376-BE1D-0A828DC134E6}">
      <dgm:prSet/>
      <dgm:spPr/>
      <dgm:t>
        <a:bodyPr/>
        <a:lstStyle/>
        <a:p>
          <a:endParaRPr lang="en-US"/>
        </a:p>
      </dgm:t>
    </dgm:pt>
    <dgm:pt modelId="{5A33BB42-DE84-43F2-A881-EE81000B2BC3}">
      <dgm:prSet/>
      <dgm:spPr/>
      <dgm:t>
        <a:bodyPr/>
        <a:lstStyle/>
        <a:p>
          <a:r>
            <a:rPr lang="en-US" dirty="0"/>
            <a:t>•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Corrélation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faible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entre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popularité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et satisfaction</a:t>
          </a:r>
        </a:p>
      </dgm:t>
    </dgm:pt>
    <dgm:pt modelId="{6F06FE7D-B169-49DB-B06D-9D689BC4B2CB}" type="parTrans" cxnId="{037BAA59-05F6-457A-B92A-ED8D73DB3200}">
      <dgm:prSet/>
      <dgm:spPr/>
      <dgm:t>
        <a:bodyPr/>
        <a:lstStyle/>
        <a:p>
          <a:endParaRPr lang="en-US"/>
        </a:p>
      </dgm:t>
    </dgm:pt>
    <dgm:pt modelId="{019DE0CE-098E-445A-B1D9-1EDF10495631}" type="sibTrans" cxnId="{037BAA59-05F6-457A-B92A-ED8D73DB3200}">
      <dgm:prSet/>
      <dgm:spPr/>
      <dgm:t>
        <a:bodyPr/>
        <a:lstStyle/>
        <a:p>
          <a:endParaRPr lang="en-US"/>
        </a:p>
      </dgm:t>
    </dgm:pt>
    <dgm:pt modelId="{918DB081-663B-4CC2-8A46-760E017548B5}">
      <dgm:prSet/>
      <dgm:spPr/>
      <dgm:t>
        <a:bodyPr/>
        <a:lstStyle/>
        <a:p>
          <a:r>
            <a:rPr lang="en-US" dirty="0"/>
            <a:t>•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Comportements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des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utilisateurs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: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utlisateurs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actifs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plus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modérés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et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utlisateurs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occasionnels</a:t>
          </a:r>
          <a:r>
            <a:rPr lang="en-US" dirty="0">
              <a:latin typeface="Aharoni" panose="02010803020104030203" pitchFamily="2" charset="-79"/>
              <a:cs typeface="Aharoni" panose="02010803020104030203" pitchFamily="2" charset="-79"/>
            </a:rPr>
            <a:t> plus </a:t>
          </a:r>
          <a:r>
            <a:rPr lang="en-US" dirty="0" err="1">
              <a:latin typeface="Aharoni" panose="02010803020104030203" pitchFamily="2" charset="-79"/>
              <a:cs typeface="Aharoni" panose="02010803020104030203" pitchFamily="2" charset="-79"/>
            </a:rPr>
            <a:t>généreux</a:t>
          </a:r>
          <a:endParaRPr lang="en-US" dirty="0">
            <a:latin typeface="Aharoni" panose="02010803020104030203" pitchFamily="2" charset="-79"/>
            <a:cs typeface="Aharoni" panose="02010803020104030203" pitchFamily="2" charset="-79"/>
          </a:endParaRPr>
        </a:p>
      </dgm:t>
    </dgm:pt>
    <dgm:pt modelId="{10C4C804-2BD6-46E2-A632-4F8A12FCB6D3}" type="parTrans" cxnId="{758E0BBA-382D-42DC-9E48-73F28FCC5C3E}">
      <dgm:prSet/>
      <dgm:spPr/>
      <dgm:t>
        <a:bodyPr/>
        <a:lstStyle/>
        <a:p>
          <a:endParaRPr lang="en-US"/>
        </a:p>
      </dgm:t>
    </dgm:pt>
    <dgm:pt modelId="{C5BCD8E4-A122-4C3C-8C06-327075290AB5}" type="sibTrans" cxnId="{758E0BBA-382D-42DC-9E48-73F28FCC5C3E}">
      <dgm:prSet/>
      <dgm:spPr/>
      <dgm:t>
        <a:bodyPr/>
        <a:lstStyle/>
        <a:p>
          <a:endParaRPr lang="en-US"/>
        </a:p>
      </dgm:t>
    </dgm:pt>
    <dgm:pt modelId="{864427F4-6694-4B41-BBA6-92B157E7C216}" type="pres">
      <dgm:prSet presAssocID="{E93F06A4-BC8E-429F-90DA-2CAAE1FE1136}" presName="linear" presStyleCnt="0">
        <dgm:presLayoutVars>
          <dgm:animLvl val="lvl"/>
          <dgm:resizeHandles val="exact"/>
        </dgm:presLayoutVars>
      </dgm:prSet>
      <dgm:spPr/>
    </dgm:pt>
    <dgm:pt modelId="{EFFE34D5-6B21-4847-BB35-392965D90968}" type="pres">
      <dgm:prSet presAssocID="{FE64138D-5533-4BCD-98A4-A750198A108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990FDA8-CDCC-4EFF-89A3-EDBC1199F22D}" type="pres">
      <dgm:prSet presAssocID="{73AAF99E-70E0-446C-819C-9FC0D338FFEF}" presName="spacer" presStyleCnt="0"/>
      <dgm:spPr/>
    </dgm:pt>
    <dgm:pt modelId="{EAC4A192-8866-4B55-9E9F-0C9484D6D136}" type="pres">
      <dgm:prSet presAssocID="{D15BC0B2-1CE1-4A66-8D25-C0EDDBB33E88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C57A2ACC-C94F-4D2E-9A76-1CEB639D3741}" type="pres">
      <dgm:prSet presAssocID="{EB92558C-C774-4023-AC51-DF220BEB91DE}" presName="spacer" presStyleCnt="0"/>
      <dgm:spPr/>
    </dgm:pt>
    <dgm:pt modelId="{92960789-E99B-477C-BD7A-CB84539C5F4A}" type="pres">
      <dgm:prSet presAssocID="{5A33BB42-DE84-43F2-A881-EE81000B2BC3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23C140E7-22A4-4329-9A10-A7507EFD23FE}" type="pres">
      <dgm:prSet presAssocID="{019DE0CE-098E-445A-B1D9-1EDF10495631}" presName="spacer" presStyleCnt="0"/>
      <dgm:spPr/>
    </dgm:pt>
    <dgm:pt modelId="{72C36FC3-763D-4531-B5CA-3477AA736908}" type="pres">
      <dgm:prSet presAssocID="{918DB081-663B-4CC2-8A46-760E017548B5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037BAA59-05F6-457A-B92A-ED8D73DB3200}" srcId="{E93F06A4-BC8E-429F-90DA-2CAAE1FE1136}" destId="{5A33BB42-DE84-43F2-A881-EE81000B2BC3}" srcOrd="2" destOrd="0" parTransId="{6F06FE7D-B169-49DB-B06D-9D689BC4B2CB}" sibTransId="{019DE0CE-098E-445A-B1D9-1EDF10495631}"/>
    <dgm:cxn modelId="{97E7E37A-A277-4E3A-9BCA-A4A9C78CF740}" srcId="{E93F06A4-BC8E-429F-90DA-2CAAE1FE1136}" destId="{FE64138D-5533-4BCD-98A4-A750198A1086}" srcOrd="0" destOrd="0" parTransId="{042B22E4-3541-4B50-BBF5-F305A2031F5C}" sibTransId="{73AAF99E-70E0-446C-819C-9FC0D338FFEF}"/>
    <dgm:cxn modelId="{758E0BBA-382D-42DC-9E48-73F28FCC5C3E}" srcId="{E93F06A4-BC8E-429F-90DA-2CAAE1FE1136}" destId="{918DB081-663B-4CC2-8A46-760E017548B5}" srcOrd="3" destOrd="0" parTransId="{10C4C804-2BD6-46E2-A632-4F8A12FCB6D3}" sibTransId="{C5BCD8E4-A122-4C3C-8C06-327075290AB5}"/>
    <dgm:cxn modelId="{9BC7CCBA-5D22-4FFF-81E2-E224B2865DB3}" type="presOf" srcId="{D15BC0B2-1CE1-4A66-8D25-C0EDDBB33E88}" destId="{EAC4A192-8866-4B55-9E9F-0C9484D6D136}" srcOrd="0" destOrd="0" presId="urn:microsoft.com/office/officeart/2005/8/layout/vList2"/>
    <dgm:cxn modelId="{31FA7CBC-0419-464A-AC9B-74F80874D866}" type="presOf" srcId="{FE64138D-5533-4BCD-98A4-A750198A1086}" destId="{EFFE34D5-6B21-4847-BB35-392965D90968}" srcOrd="0" destOrd="0" presId="urn:microsoft.com/office/officeart/2005/8/layout/vList2"/>
    <dgm:cxn modelId="{F2A9E3C9-539E-4376-BE1D-0A828DC134E6}" srcId="{E93F06A4-BC8E-429F-90DA-2CAAE1FE1136}" destId="{D15BC0B2-1CE1-4A66-8D25-C0EDDBB33E88}" srcOrd="1" destOrd="0" parTransId="{AD076731-919F-4E9C-86AB-A20E49FB841B}" sibTransId="{EB92558C-C774-4023-AC51-DF220BEB91DE}"/>
    <dgm:cxn modelId="{498084CF-6911-4911-884B-66369B89DFF3}" type="presOf" srcId="{5A33BB42-DE84-43F2-A881-EE81000B2BC3}" destId="{92960789-E99B-477C-BD7A-CB84539C5F4A}" srcOrd="0" destOrd="0" presId="urn:microsoft.com/office/officeart/2005/8/layout/vList2"/>
    <dgm:cxn modelId="{9FFDF1E4-8653-4AF7-82BD-75290EF34B63}" type="presOf" srcId="{E93F06A4-BC8E-429F-90DA-2CAAE1FE1136}" destId="{864427F4-6694-4B41-BBA6-92B157E7C216}" srcOrd="0" destOrd="0" presId="urn:microsoft.com/office/officeart/2005/8/layout/vList2"/>
    <dgm:cxn modelId="{0FC2E7E8-576A-4297-893C-305D1A3DF3D9}" type="presOf" srcId="{918DB081-663B-4CC2-8A46-760E017548B5}" destId="{72C36FC3-763D-4531-B5CA-3477AA736908}" srcOrd="0" destOrd="0" presId="urn:microsoft.com/office/officeart/2005/8/layout/vList2"/>
    <dgm:cxn modelId="{BE32D267-F365-48A8-9936-1CD18E932E71}" type="presParOf" srcId="{864427F4-6694-4B41-BBA6-92B157E7C216}" destId="{EFFE34D5-6B21-4847-BB35-392965D90968}" srcOrd="0" destOrd="0" presId="urn:microsoft.com/office/officeart/2005/8/layout/vList2"/>
    <dgm:cxn modelId="{0DD51751-1587-4E7B-997C-26AEF1F00F61}" type="presParOf" srcId="{864427F4-6694-4B41-BBA6-92B157E7C216}" destId="{A990FDA8-CDCC-4EFF-89A3-EDBC1199F22D}" srcOrd="1" destOrd="0" presId="urn:microsoft.com/office/officeart/2005/8/layout/vList2"/>
    <dgm:cxn modelId="{DBD6EFF1-528D-46A3-92CD-53A4E0453F1E}" type="presParOf" srcId="{864427F4-6694-4B41-BBA6-92B157E7C216}" destId="{EAC4A192-8866-4B55-9E9F-0C9484D6D136}" srcOrd="2" destOrd="0" presId="urn:microsoft.com/office/officeart/2005/8/layout/vList2"/>
    <dgm:cxn modelId="{39135C3F-6146-4302-8908-F4F2D4CB8086}" type="presParOf" srcId="{864427F4-6694-4B41-BBA6-92B157E7C216}" destId="{C57A2ACC-C94F-4D2E-9A76-1CEB639D3741}" srcOrd="3" destOrd="0" presId="urn:microsoft.com/office/officeart/2005/8/layout/vList2"/>
    <dgm:cxn modelId="{62CA1FAA-7E29-415A-B025-4BF4535ADBD3}" type="presParOf" srcId="{864427F4-6694-4B41-BBA6-92B157E7C216}" destId="{92960789-E99B-477C-BD7A-CB84539C5F4A}" srcOrd="4" destOrd="0" presId="urn:microsoft.com/office/officeart/2005/8/layout/vList2"/>
    <dgm:cxn modelId="{8B6D26A7-5C09-4468-9D65-E32B20EAE3DA}" type="presParOf" srcId="{864427F4-6694-4B41-BBA6-92B157E7C216}" destId="{23C140E7-22A4-4329-9A10-A7507EFD23FE}" srcOrd="5" destOrd="0" presId="urn:microsoft.com/office/officeart/2005/8/layout/vList2"/>
    <dgm:cxn modelId="{645E788F-6B05-4226-A262-89042ED5C864}" type="presParOf" srcId="{864427F4-6694-4B41-BBA6-92B157E7C216}" destId="{72C36FC3-763D-4531-B5CA-3477AA736908}" srcOrd="6" destOrd="0" presId="urn:microsoft.com/office/officeart/2005/8/layout/vList2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93F06A4-BC8E-429F-90DA-2CAAE1FE1136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D94CE898-8579-4DED-B5FE-9AA83F2564BE}" type="pres">
      <dgm:prSet presAssocID="{E93F06A4-BC8E-429F-90DA-2CAAE1FE1136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BD2B7C8F-44AD-44CC-B04F-F178137AF05B}" type="presOf" srcId="{E93F06A4-BC8E-429F-90DA-2CAAE1FE1136}" destId="{D94CE898-8579-4DED-B5FE-9AA83F2564BE}" srcOrd="0" destOrd="0" presId="urn:microsoft.com/office/officeart/2005/8/layout/matrix3"/>
  </dgm:cxnLst>
  <dgm:bg>
    <a:blipFill>
      <a:blip xmlns:r="http://schemas.openxmlformats.org/officeDocument/2006/relationships" r:embed="rId1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E93F06A4-BC8E-429F-90DA-2CAAE1FE1136}" type="doc">
      <dgm:prSet loTypeId="urn:microsoft.com/office/officeart/2005/8/layout/matrix3" loCatId="matrix" qsTypeId="urn:microsoft.com/office/officeart/2005/8/quickstyle/simple5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770557E6-54DA-4112-B182-B5CD2F225ACD}" type="pres">
      <dgm:prSet presAssocID="{E93F06A4-BC8E-429F-90DA-2CAAE1FE1136}" presName="matrix" presStyleCnt="0">
        <dgm:presLayoutVars>
          <dgm:chMax val="1"/>
          <dgm:dir/>
          <dgm:resizeHandles val="exact"/>
        </dgm:presLayoutVars>
      </dgm:prSet>
      <dgm:spPr/>
    </dgm:pt>
  </dgm:ptLst>
  <dgm:cxnLst>
    <dgm:cxn modelId="{BE8DB863-4C17-4EAC-91BF-AC85BA030752}" type="presOf" srcId="{E93F06A4-BC8E-429F-90DA-2CAAE1FE1136}" destId="{770557E6-54DA-4112-B182-B5CD2F225ACD}" srcOrd="0" destOrd="0" presId="urn:microsoft.com/office/officeart/2005/8/layout/matrix3"/>
  </dgm:cxnLst>
  <dgm:bg>
    <a:blipFill>
      <a:blip xmlns:r="http://schemas.openxmlformats.org/officeDocument/2006/relationships" r:embed="rId1"/>
      <a:stretch>
        <a:fillRect/>
      </a:stretch>
    </a:blipFill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71705FB4-50E6-42FB-A49D-8DFF61C0369F}" type="doc">
      <dgm:prSet loTypeId="urn:microsoft.com/office/officeart/2008/layout/LinedList" loCatId="list" qsTypeId="urn:microsoft.com/office/officeart/2005/8/quickstyle/simple2" qsCatId="simple" csTypeId="urn:microsoft.com/office/officeart/2005/8/colors/accent5_2" csCatId="accent5"/>
      <dgm:spPr/>
      <dgm:t>
        <a:bodyPr/>
        <a:lstStyle/>
        <a:p>
          <a:endParaRPr lang="en-US"/>
        </a:p>
      </dgm:t>
    </dgm:pt>
    <dgm:pt modelId="{C2FB219F-DF55-40E5-9803-819E4A3CE42C}">
      <dgm:prSet/>
      <dgm:spPr/>
      <dgm:t>
        <a:bodyPr/>
        <a:lstStyle/>
        <a:p>
          <a:r>
            <a:rPr lang="en-US"/>
            <a:t>Utilisateur 565 – Top 5 films recommandés :</a:t>
          </a:r>
        </a:p>
      </dgm:t>
    </dgm:pt>
    <dgm:pt modelId="{56FFC513-DB4A-43EE-A29D-37D5D3B36FBF}" type="parTrans" cxnId="{7FCA30E0-DF96-4DDE-8298-8D86DA99B94E}">
      <dgm:prSet/>
      <dgm:spPr/>
      <dgm:t>
        <a:bodyPr/>
        <a:lstStyle/>
        <a:p>
          <a:endParaRPr lang="en-US"/>
        </a:p>
      </dgm:t>
    </dgm:pt>
    <dgm:pt modelId="{BED28AF9-D267-4042-BDF8-92EE084F58C1}" type="sibTrans" cxnId="{7FCA30E0-DF96-4DDE-8298-8D86DA99B94E}">
      <dgm:prSet/>
      <dgm:spPr/>
      <dgm:t>
        <a:bodyPr/>
        <a:lstStyle/>
        <a:p>
          <a:endParaRPr lang="en-US"/>
        </a:p>
      </dgm:t>
    </dgm:pt>
    <dgm:pt modelId="{16FDCDCA-0296-4983-9AE1-3E54E802BD15}">
      <dgm:prSet/>
      <dgm:spPr/>
      <dgm:t>
        <a:bodyPr/>
        <a:lstStyle/>
        <a:p>
          <a:r>
            <a:rPr lang="en-US"/>
            <a:t>1. Braveheart (Action)</a:t>
          </a:r>
        </a:p>
      </dgm:t>
    </dgm:pt>
    <dgm:pt modelId="{A8404A7C-5DE1-4B16-8B67-0345996B34DB}" type="parTrans" cxnId="{AF164B17-B9AF-4076-9498-DF9737028921}">
      <dgm:prSet/>
      <dgm:spPr/>
      <dgm:t>
        <a:bodyPr/>
        <a:lstStyle/>
        <a:p>
          <a:endParaRPr lang="en-US"/>
        </a:p>
      </dgm:t>
    </dgm:pt>
    <dgm:pt modelId="{0CAE9809-2E90-4AFA-A034-03BEDAB90575}" type="sibTrans" cxnId="{AF164B17-B9AF-4076-9498-DF9737028921}">
      <dgm:prSet/>
      <dgm:spPr/>
      <dgm:t>
        <a:bodyPr/>
        <a:lstStyle/>
        <a:p>
          <a:endParaRPr lang="en-US"/>
        </a:p>
      </dgm:t>
    </dgm:pt>
    <dgm:pt modelId="{E4F2E7D2-3069-41C8-B40A-0CE2A5217382}">
      <dgm:prSet/>
      <dgm:spPr/>
      <dgm:t>
        <a:bodyPr/>
        <a:lstStyle/>
        <a:p>
          <a:r>
            <a:rPr lang="en-US"/>
            <a:t>2. Pulp Fiction (Comedy)</a:t>
          </a:r>
        </a:p>
      </dgm:t>
    </dgm:pt>
    <dgm:pt modelId="{4386E25A-39CD-4E40-8CF2-B916EB9BB350}" type="parTrans" cxnId="{BD9866F2-6ADD-4ED8-A163-CDB1C35F1430}">
      <dgm:prSet/>
      <dgm:spPr/>
      <dgm:t>
        <a:bodyPr/>
        <a:lstStyle/>
        <a:p>
          <a:endParaRPr lang="en-US"/>
        </a:p>
      </dgm:t>
    </dgm:pt>
    <dgm:pt modelId="{7E0A6929-C0CC-419F-BFEC-333EE2BA0104}" type="sibTrans" cxnId="{BD9866F2-6ADD-4ED8-A163-CDB1C35F1430}">
      <dgm:prSet/>
      <dgm:spPr/>
      <dgm:t>
        <a:bodyPr/>
        <a:lstStyle/>
        <a:p>
          <a:endParaRPr lang="en-US"/>
        </a:p>
      </dgm:t>
    </dgm:pt>
    <dgm:pt modelId="{37E27014-B953-4427-B900-49925DB73A21}">
      <dgm:prSet/>
      <dgm:spPr/>
      <dgm:t>
        <a:bodyPr/>
        <a:lstStyle/>
        <a:p>
          <a:r>
            <a:rPr lang="en-US"/>
            <a:t>3. The Shawshank Redemption (Crime)</a:t>
          </a:r>
        </a:p>
      </dgm:t>
    </dgm:pt>
    <dgm:pt modelId="{B576F24D-0F70-4827-B669-3D01C4343B0C}" type="parTrans" cxnId="{242D15A0-2EA4-452A-A398-8CBDB6CE6753}">
      <dgm:prSet/>
      <dgm:spPr/>
      <dgm:t>
        <a:bodyPr/>
        <a:lstStyle/>
        <a:p>
          <a:endParaRPr lang="en-US"/>
        </a:p>
      </dgm:t>
    </dgm:pt>
    <dgm:pt modelId="{1110E633-DDC9-42D4-A4E5-C60D84E4B886}" type="sibTrans" cxnId="{242D15A0-2EA4-452A-A398-8CBDB6CE6753}">
      <dgm:prSet/>
      <dgm:spPr/>
      <dgm:t>
        <a:bodyPr/>
        <a:lstStyle/>
        <a:p>
          <a:endParaRPr lang="en-US"/>
        </a:p>
      </dgm:t>
    </dgm:pt>
    <dgm:pt modelId="{776B9E7C-1213-4B71-89CF-C51788E07FAD}">
      <dgm:prSet/>
      <dgm:spPr/>
      <dgm:t>
        <a:bodyPr/>
        <a:lstStyle/>
        <a:p>
          <a:r>
            <a:rPr lang="en-US"/>
            <a:t>4. Forrest Gump (Comedy)</a:t>
          </a:r>
        </a:p>
      </dgm:t>
    </dgm:pt>
    <dgm:pt modelId="{632992F1-DDE4-44A9-BDA9-ED9EAC275440}" type="parTrans" cxnId="{6308914C-DB80-4F65-8761-BDDE3179DCDC}">
      <dgm:prSet/>
      <dgm:spPr/>
      <dgm:t>
        <a:bodyPr/>
        <a:lstStyle/>
        <a:p>
          <a:endParaRPr lang="en-US"/>
        </a:p>
      </dgm:t>
    </dgm:pt>
    <dgm:pt modelId="{7978D4A3-5DD6-4469-A2E8-9719DF31F8D0}" type="sibTrans" cxnId="{6308914C-DB80-4F65-8761-BDDE3179DCDC}">
      <dgm:prSet/>
      <dgm:spPr/>
      <dgm:t>
        <a:bodyPr/>
        <a:lstStyle/>
        <a:p>
          <a:endParaRPr lang="en-US"/>
        </a:p>
      </dgm:t>
    </dgm:pt>
    <dgm:pt modelId="{4AAEB575-D805-426B-938C-ABAABC008399}">
      <dgm:prSet/>
      <dgm:spPr/>
      <dgm:t>
        <a:bodyPr/>
        <a:lstStyle/>
        <a:p>
          <a:r>
            <a:rPr lang="en-US"/>
            <a:t>5. The Silence of the Lambs (Crime)</a:t>
          </a:r>
        </a:p>
      </dgm:t>
    </dgm:pt>
    <dgm:pt modelId="{B22B76FE-B935-4AEB-882F-CBA33B4BB957}" type="parTrans" cxnId="{A3E61698-1942-457B-BAAF-C1B0EAB756F9}">
      <dgm:prSet/>
      <dgm:spPr/>
      <dgm:t>
        <a:bodyPr/>
        <a:lstStyle/>
        <a:p>
          <a:endParaRPr lang="en-US"/>
        </a:p>
      </dgm:t>
    </dgm:pt>
    <dgm:pt modelId="{015EFFCA-7EE3-4C59-9317-139098D947E0}" type="sibTrans" cxnId="{A3E61698-1942-457B-BAAF-C1B0EAB756F9}">
      <dgm:prSet/>
      <dgm:spPr/>
      <dgm:t>
        <a:bodyPr/>
        <a:lstStyle/>
        <a:p>
          <a:endParaRPr lang="en-US"/>
        </a:p>
      </dgm:t>
    </dgm:pt>
    <dgm:pt modelId="{0A7518C7-FAE1-418E-A899-E747712E7CCB}" type="pres">
      <dgm:prSet presAssocID="{71705FB4-50E6-42FB-A49D-8DFF61C0369F}" presName="vert0" presStyleCnt="0">
        <dgm:presLayoutVars>
          <dgm:dir/>
          <dgm:animOne val="branch"/>
          <dgm:animLvl val="lvl"/>
        </dgm:presLayoutVars>
      </dgm:prSet>
      <dgm:spPr/>
    </dgm:pt>
    <dgm:pt modelId="{6D38C9EA-8B39-4D11-8F30-203718D34A8C}" type="pres">
      <dgm:prSet presAssocID="{C2FB219F-DF55-40E5-9803-819E4A3CE42C}" presName="thickLine" presStyleLbl="alignNode1" presStyleIdx="0" presStyleCnt="6"/>
      <dgm:spPr/>
    </dgm:pt>
    <dgm:pt modelId="{494D0C61-8DB2-469E-9C3C-969FE080811F}" type="pres">
      <dgm:prSet presAssocID="{C2FB219F-DF55-40E5-9803-819E4A3CE42C}" presName="horz1" presStyleCnt="0"/>
      <dgm:spPr/>
    </dgm:pt>
    <dgm:pt modelId="{EE711CA2-3101-4317-B5C9-12E292184345}" type="pres">
      <dgm:prSet presAssocID="{C2FB219F-DF55-40E5-9803-819E4A3CE42C}" presName="tx1" presStyleLbl="revTx" presStyleIdx="0" presStyleCnt="6"/>
      <dgm:spPr/>
    </dgm:pt>
    <dgm:pt modelId="{59D4770A-1547-46EB-BA62-3818205ED594}" type="pres">
      <dgm:prSet presAssocID="{C2FB219F-DF55-40E5-9803-819E4A3CE42C}" presName="vert1" presStyleCnt="0"/>
      <dgm:spPr/>
    </dgm:pt>
    <dgm:pt modelId="{096E1961-23DF-4B18-B288-FB32AD6AA8BD}" type="pres">
      <dgm:prSet presAssocID="{16FDCDCA-0296-4983-9AE1-3E54E802BD15}" presName="thickLine" presStyleLbl="alignNode1" presStyleIdx="1" presStyleCnt="6"/>
      <dgm:spPr/>
    </dgm:pt>
    <dgm:pt modelId="{67764204-6ECC-4311-8D0C-B8FE8AB6D4BE}" type="pres">
      <dgm:prSet presAssocID="{16FDCDCA-0296-4983-9AE1-3E54E802BD15}" presName="horz1" presStyleCnt="0"/>
      <dgm:spPr/>
    </dgm:pt>
    <dgm:pt modelId="{68AA010D-3E79-4A39-97D1-62BD73CCDE1C}" type="pres">
      <dgm:prSet presAssocID="{16FDCDCA-0296-4983-9AE1-3E54E802BD15}" presName="tx1" presStyleLbl="revTx" presStyleIdx="1" presStyleCnt="6"/>
      <dgm:spPr/>
    </dgm:pt>
    <dgm:pt modelId="{4150F7DE-01E1-44F9-95B5-741160FEB8DF}" type="pres">
      <dgm:prSet presAssocID="{16FDCDCA-0296-4983-9AE1-3E54E802BD15}" presName="vert1" presStyleCnt="0"/>
      <dgm:spPr/>
    </dgm:pt>
    <dgm:pt modelId="{0CC7BBD4-8821-4A0A-8F9E-8620F62C7EFD}" type="pres">
      <dgm:prSet presAssocID="{E4F2E7D2-3069-41C8-B40A-0CE2A5217382}" presName="thickLine" presStyleLbl="alignNode1" presStyleIdx="2" presStyleCnt="6"/>
      <dgm:spPr/>
    </dgm:pt>
    <dgm:pt modelId="{FB6CE078-001E-48B3-B082-ABFD634FC156}" type="pres">
      <dgm:prSet presAssocID="{E4F2E7D2-3069-41C8-B40A-0CE2A5217382}" presName="horz1" presStyleCnt="0"/>
      <dgm:spPr/>
    </dgm:pt>
    <dgm:pt modelId="{D7DB70F8-AEFD-4B70-8857-33D1EB47DE75}" type="pres">
      <dgm:prSet presAssocID="{E4F2E7D2-3069-41C8-B40A-0CE2A5217382}" presName="tx1" presStyleLbl="revTx" presStyleIdx="2" presStyleCnt="6"/>
      <dgm:spPr/>
    </dgm:pt>
    <dgm:pt modelId="{FBEF0E73-B929-473F-BBB0-9B63D916E21C}" type="pres">
      <dgm:prSet presAssocID="{E4F2E7D2-3069-41C8-B40A-0CE2A5217382}" presName="vert1" presStyleCnt="0"/>
      <dgm:spPr/>
    </dgm:pt>
    <dgm:pt modelId="{8A96E508-8106-4911-A976-7845CB613128}" type="pres">
      <dgm:prSet presAssocID="{37E27014-B953-4427-B900-49925DB73A21}" presName="thickLine" presStyleLbl="alignNode1" presStyleIdx="3" presStyleCnt="6"/>
      <dgm:spPr/>
    </dgm:pt>
    <dgm:pt modelId="{263BAFDF-F700-4EAB-9E4B-5232B3B25E03}" type="pres">
      <dgm:prSet presAssocID="{37E27014-B953-4427-B900-49925DB73A21}" presName="horz1" presStyleCnt="0"/>
      <dgm:spPr/>
    </dgm:pt>
    <dgm:pt modelId="{523C772A-13C9-468C-876D-DD1BA2C3028B}" type="pres">
      <dgm:prSet presAssocID="{37E27014-B953-4427-B900-49925DB73A21}" presName="tx1" presStyleLbl="revTx" presStyleIdx="3" presStyleCnt="6"/>
      <dgm:spPr/>
    </dgm:pt>
    <dgm:pt modelId="{AC135D29-BC48-4793-845D-E006BF483D36}" type="pres">
      <dgm:prSet presAssocID="{37E27014-B953-4427-B900-49925DB73A21}" presName="vert1" presStyleCnt="0"/>
      <dgm:spPr/>
    </dgm:pt>
    <dgm:pt modelId="{2E6A12EA-D009-4E59-8F3C-EC08877B2C3D}" type="pres">
      <dgm:prSet presAssocID="{776B9E7C-1213-4B71-89CF-C51788E07FAD}" presName="thickLine" presStyleLbl="alignNode1" presStyleIdx="4" presStyleCnt="6"/>
      <dgm:spPr/>
    </dgm:pt>
    <dgm:pt modelId="{4D206416-4DE7-4BE1-9DB4-4511EEB3446B}" type="pres">
      <dgm:prSet presAssocID="{776B9E7C-1213-4B71-89CF-C51788E07FAD}" presName="horz1" presStyleCnt="0"/>
      <dgm:spPr/>
    </dgm:pt>
    <dgm:pt modelId="{52D935E1-E1EE-496D-8A12-387AC5FBBF15}" type="pres">
      <dgm:prSet presAssocID="{776B9E7C-1213-4B71-89CF-C51788E07FAD}" presName="tx1" presStyleLbl="revTx" presStyleIdx="4" presStyleCnt="6"/>
      <dgm:spPr/>
    </dgm:pt>
    <dgm:pt modelId="{16C4B64C-DCB7-4D6C-85DA-B1C07EF545D8}" type="pres">
      <dgm:prSet presAssocID="{776B9E7C-1213-4B71-89CF-C51788E07FAD}" presName="vert1" presStyleCnt="0"/>
      <dgm:spPr/>
    </dgm:pt>
    <dgm:pt modelId="{9FEF1D3D-7EFC-44EB-952D-D0AD3B60E1D8}" type="pres">
      <dgm:prSet presAssocID="{4AAEB575-D805-426B-938C-ABAABC008399}" presName="thickLine" presStyleLbl="alignNode1" presStyleIdx="5" presStyleCnt="6"/>
      <dgm:spPr/>
    </dgm:pt>
    <dgm:pt modelId="{C736EE88-2DC9-4714-8C26-7D872A73A811}" type="pres">
      <dgm:prSet presAssocID="{4AAEB575-D805-426B-938C-ABAABC008399}" presName="horz1" presStyleCnt="0"/>
      <dgm:spPr/>
    </dgm:pt>
    <dgm:pt modelId="{7D935B70-1543-446E-AA57-6D36347C1EB2}" type="pres">
      <dgm:prSet presAssocID="{4AAEB575-D805-426B-938C-ABAABC008399}" presName="tx1" presStyleLbl="revTx" presStyleIdx="5" presStyleCnt="6"/>
      <dgm:spPr/>
    </dgm:pt>
    <dgm:pt modelId="{5F2147AD-E1B9-493B-96BA-1E4830C7D6D2}" type="pres">
      <dgm:prSet presAssocID="{4AAEB575-D805-426B-938C-ABAABC008399}" presName="vert1" presStyleCnt="0"/>
      <dgm:spPr/>
    </dgm:pt>
  </dgm:ptLst>
  <dgm:cxnLst>
    <dgm:cxn modelId="{B55FF00A-0846-4291-A731-52C03ED3B380}" type="presOf" srcId="{776B9E7C-1213-4B71-89CF-C51788E07FAD}" destId="{52D935E1-E1EE-496D-8A12-387AC5FBBF15}" srcOrd="0" destOrd="0" presId="urn:microsoft.com/office/officeart/2008/layout/LinedList"/>
    <dgm:cxn modelId="{AF164B17-B9AF-4076-9498-DF9737028921}" srcId="{71705FB4-50E6-42FB-A49D-8DFF61C0369F}" destId="{16FDCDCA-0296-4983-9AE1-3E54E802BD15}" srcOrd="1" destOrd="0" parTransId="{A8404A7C-5DE1-4B16-8B67-0345996B34DB}" sibTransId="{0CAE9809-2E90-4AFA-A034-03BEDAB90575}"/>
    <dgm:cxn modelId="{1F32FB64-0894-415E-8FD8-20B0DD9A470F}" type="presOf" srcId="{37E27014-B953-4427-B900-49925DB73A21}" destId="{523C772A-13C9-468C-876D-DD1BA2C3028B}" srcOrd="0" destOrd="0" presId="urn:microsoft.com/office/officeart/2008/layout/LinedList"/>
    <dgm:cxn modelId="{6308914C-DB80-4F65-8761-BDDE3179DCDC}" srcId="{71705FB4-50E6-42FB-A49D-8DFF61C0369F}" destId="{776B9E7C-1213-4B71-89CF-C51788E07FAD}" srcOrd="4" destOrd="0" parTransId="{632992F1-DDE4-44A9-BDA9-ED9EAC275440}" sibTransId="{7978D4A3-5DD6-4469-A2E8-9719DF31F8D0}"/>
    <dgm:cxn modelId="{0CA88481-97B0-4F39-BE4C-CB19E36B7EAF}" type="presOf" srcId="{C2FB219F-DF55-40E5-9803-819E4A3CE42C}" destId="{EE711CA2-3101-4317-B5C9-12E292184345}" srcOrd="0" destOrd="0" presId="urn:microsoft.com/office/officeart/2008/layout/LinedList"/>
    <dgm:cxn modelId="{CB853793-235F-42CB-B971-E4F81DA3BEE7}" type="presOf" srcId="{16FDCDCA-0296-4983-9AE1-3E54E802BD15}" destId="{68AA010D-3E79-4A39-97D1-62BD73CCDE1C}" srcOrd="0" destOrd="0" presId="urn:microsoft.com/office/officeart/2008/layout/LinedList"/>
    <dgm:cxn modelId="{A3E61698-1942-457B-BAAF-C1B0EAB756F9}" srcId="{71705FB4-50E6-42FB-A49D-8DFF61C0369F}" destId="{4AAEB575-D805-426B-938C-ABAABC008399}" srcOrd="5" destOrd="0" parTransId="{B22B76FE-B935-4AEB-882F-CBA33B4BB957}" sibTransId="{015EFFCA-7EE3-4C59-9317-139098D947E0}"/>
    <dgm:cxn modelId="{A0B6669C-774D-487D-92F7-DB1A18A516C9}" type="presOf" srcId="{4AAEB575-D805-426B-938C-ABAABC008399}" destId="{7D935B70-1543-446E-AA57-6D36347C1EB2}" srcOrd="0" destOrd="0" presId="urn:microsoft.com/office/officeart/2008/layout/LinedList"/>
    <dgm:cxn modelId="{242D15A0-2EA4-452A-A398-8CBDB6CE6753}" srcId="{71705FB4-50E6-42FB-A49D-8DFF61C0369F}" destId="{37E27014-B953-4427-B900-49925DB73A21}" srcOrd="3" destOrd="0" parTransId="{B576F24D-0F70-4827-B669-3D01C4343B0C}" sibTransId="{1110E633-DDC9-42D4-A4E5-C60D84E4B886}"/>
    <dgm:cxn modelId="{7FCA30E0-DF96-4DDE-8298-8D86DA99B94E}" srcId="{71705FB4-50E6-42FB-A49D-8DFF61C0369F}" destId="{C2FB219F-DF55-40E5-9803-819E4A3CE42C}" srcOrd="0" destOrd="0" parTransId="{56FFC513-DB4A-43EE-A29D-37D5D3B36FBF}" sibTransId="{BED28AF9-D267-4042-BDF8-92EE084F58C1}"/>
    <dgm:cxn modelId="{D3970BEC-3945-4951-92FC-80A94EE6C368}" type="presOf" srcId="{E4F2E7D2-3069-41C8-B40A-0CE2A5217382}" destId="{D7DB70F8-AEFD-4B70-8857-33D1EB47DE75}" srcOrd="0" destOrd="0" presId="urn:microsoft.com/office/officeart/2008/layout/LinedList"/>
    <dgm:cxn modelId="{BD9866F2-6ADD-4ED8-A163-CDB1C35F1430}" srcId="{71705FB4-50E6-42FB-A49D-8DFF61C0369F}" destId="{E4F2E7D2-3069-41C8-B40A-0CE2A5217382}" srcOrd="2" destOrd="0" parTransId="{4386E25A-39CD-4E40-8CF2-B916EB9BB350}" sibTransId="{7E0A6929-C0CC-419F-BFEC-333EE2BA0104}"/>
    <dgm:cxn modelId="{4EFCBFF6-8052-4139-BC5D-C99CEDEEDF37}" type="presOf" srcId="{71705FB4-50E6-42FB-A49D-8DFF61C0369F}" destId="{0A7518C7-FAE1-418E-A899-E747712E7CCB}" srcOrd="0" destOrd="0" presId="urn:microsoft.com/office/officeart/2008/layout/LinedList"/>
    <dgm:cxn modelId="{E7B4B5D7-F997-44CD-AD90-E84D90A8D29E}" type="presParOf" srcId="{0A7518C7-FAE1-418E-A899-E747712E7CCB}" destId="{6D38C9EA-8B39-4D11-8F30-203718D34A8C}" srcOrd="0" destOrd="0" presId="urn:microsoft.com/office/officeart/2008/layout/LinedList"/>
    <dgm:cxn modelId="{D132F7D4-92CD-4E52-80DE-FCE4D5599FA7}" type="presParOf" srcId="{0A7518C7-FAE1-418E-A899-E747712E7CCB}" destId="{494D0C61-8DB2-469E-9C3C-969FE080811F}" srcOrd="1" destOrd="0" presId="urn:microsoft.com/office/officeart/2008/layout/LinedList"/>
    <dgm:cxn modelId="{10CB998A-7C1B-430F-B271-93B37FBDB3AE}" type="presParOf" srcId="{494D0C61-8DB2-469E-9C3C-969FE080811F}" destId="{EE711CA2-3101-4317-B5C9-12E292184345}" srcOrd="0" destOrd="0" presId="urn:microsoft.com/office/officeart/2008/layout/LinedList"/>
    <dgm:cxn modelId="{8A22BDB3-A0DA-46DE-A44E-864F10722B41}" type="presParOf" srcId="{494D0C61-8DB2-469E-9C3C-969FE080811F}" destId="{59D4770A-1547-46EB-BA62-3818205ED594}" srcOrd="1" destOrd="0" presId="urn:microsoft.com/office/officeart/2008/layout/LinedList"/>
    <dgm:cxn modelId="{6A6FE6F5-52FC-4E9B-A707-3EF6AB6903E8}" type="presParOf" srcId="{0A7518C7-FAE1-418E-A899-E747712E7CCB}" destId="{096E1961-23DF-4B18-B288-FB32AD6AA8BD}" srcOrd="2" destOrd="0" presId="urn:microsoft.com/office/officeart/2008/layout/LinedList"/>
    <dgm:cxn modelId="{9163FD7D-0551-48DC-BF88-B1B9242BF3DE}" type="presParOf" srcId="{0A7518C7-FAE1-418E-A899-E747712E7CCB}" destId="{67764204-6ECC-4311-8D0C-B8FE8AB6D4BE}" srcOrd="3" destOrd="0" presId="urn:microsoft.com/office/officeart/2008/layout/LinedList"/>
    <dgm:cxn modelId="{0D7A7E8B-5BD7-4926-8999-AFAFAAB775AB}" type="presParOf" srcId="{67764204-6ECC-4311-8D0C-B8FE8AB6D4BE}" destId="{68AA010D-3E79-4A39-97D1-62BD73CCDE1C}" srcOrd="0" destOrd="0" presId="urn:microsoft.com/office/officeart/2008/layout/LinedList"/>
    <dgm:cxn modelId="{B6126183-79F6-4002-83FC-3AEFF5F6B503}" type="presParOf" srcId="{67764204-6ECC-4311-8D0C-B8FE8AB6D4BE}" destId="{4150F7DE-01E1-44F9-95B5-741160FEB8DF}" srcOrd="1" destOrd="0" presId="urn:microsoft.com/office/officeart/2008/layout/LinedList"/>
    <dgm:cxn modelId="{D70373B0-7EEA-49BB-A442-1DDE62FC306D}" type="presParOf" srcId="{0A7518C7-FAE1-418E-A899-E747712E7CCB}" destId="{0CC7BBD4-8821-4A0A-8F9E-8620F62C7EFD}" srcOrd="4" destOrd="0" presId="urn:microsoft.com/office/officeart/2008/layout/LinedList"/>
    <dgm:cxn modelId="{A6401843-C8F2-498C-AA39-B18CF20F055B}" type="presParOf" srcId="{0A7518C7-FAE1-418E-A899-E747712E7CCB}" destId="{FB6CE078-001E-48B3-B082-ABFD634FC156}" srcOrd="5" destOrd="0" presId="urn:microsoft.com/office/officeart/2008/layout/LinedList"/>
    <dgm:cxn modelId="{518C1F3B-E86E-4507-A508-1E71D02AD7E5}" type="presParOf" srcId="{FB6CE078-001E-48B3-B082-ABFD634FC156}" destId="{D7DB70F8-AEFD-4B70-8857-33D1EB47DE75}" srcOrd="0" destOrd="0" presId="urn:microsoft.com/office/officeart/2008/layout/LinedList"/>
    <dgm:cxn modelId="{1D899584-C6CE-4E3C-8CCE-9AEBC4A0976D}" type="presParOf" srcId="{FB6CE078-001E-48B3-B082-ABFD634FC156}" destId="{FBEF0E73-B929-473F-BBB0-9B63D916E21C}" srcOrd="1" destOrd="0" presId="urn:microsoft.com/office/officeart/2008/layout/LinedList"/>
    <dgm:cxn modelId="{3AF0C9CA-7F3B-4B97-93CA-5788514B9847}" type="presParOf" srcId="{0A7518C7-FAE1-418E-A899-E747712E7CCB}" destId="{8A96E508-8106-4911-A976-7845CB613128}" srcOrd="6" destOrd="0" presId="urn:microsoft.com/office/officeart/2008/layout/LinedList"/>
    <dgm:cxn modelId="{40D6F8CB-8214-4B33-892D-E33EDCC195F3}" type="presParOf" srcId="{0A7518C7-FAE1-418E-A899-E747712E7CCB}" destId="{263BAFDF-F700-4EAB-9E4B-5232B3B25E03}" srcOrd="7" destOrd="0" presId="urn:microsoft.com/office/officeart/2008/layout/LinedList"/>
    <dgm:cxn modelId="{2B469DF7-82A7-4AD3-9A42-A76510BA6394}" type="presParOf" srcId="{263BAFDF-F700-4EAB-9E4B-5232B3B25E03}" destId="{523C772A-13C9-468C-876D-DD1BA2C3028B}" srcOrd="0" destOrd="0" presId="urn:microsoft.com/office/officeart/2008/layout/LinedList"/>
    <dgm:cxn modelId="{B9DD0F60-15E4-4BDD-B2FD-FD0BDC350377}" type="presParOf" srcId="{263BAFDF-F700-4EAB-9E4B-5232B3B25E03}" destId="{AC135D29-BC48-4793-845D-E006BF483D36}" srcOrd="1" destOrd="0" presId="urn:microsoft.com/office/officeart/2008/layout/LinedList"/>
    <dgm:cxn modelId="{BE46B8EE-B12E-40FE-8E68-938B043F0838}" type="presParOf" srcId="{0A7518C7-FAE1-418E-A899-E747712E7CCB}" destId="{2E6A12EA-D009-4E59-8F3C-EC08877B2C3D}" srcOrd="8" destOrd="0" presId="urn:microsoft.com/office/officeart/2008/layout/LinedList"/>
    <dgm:cxn modelId="{D15D4FE1-2283-4322-A2B7-A35855DECDD2}" type="presParOf" srcId="{0A7518C7-FAE1-418E-A899-E747712E7CCB}" destId="{4D206416-4DE7-4BE1-9DB4-4511EEB3446B}" srcOrd="9" destOrd="0" presId="urn:microsoft.com/office/officeart/2008/layout/LinedList"/>
    <dgm:cxn modelId="{32039841-8899-4011-9A77-1D856B8ECFEC}" type="presParOf" srcId="{4D206416-4DE7-4BE1-9DB4-4511EEB3446B}" destId="{52D935E1-E1EE-496D-8A12-387AC5FBBF15}" srcOrd="0" destOrd="0" presId="urn:microsoft.com/office/officeart/2008/layout/LinedList"/>
    <dgm:cxn modelId="{D2135C9D-6DD9-4FF9-BF1B-4D4D32CF8090}" type="presParOf" srcId="{4D206416-4DE7-4BE1-9DB4-4511EEB3446B}" destId="{16C4B64C-DCB7-4D6C-85DA-B1C07EF545D8}" srcOrd="1" destOrd="0" presId="urn:microsoft.com/office/officeart/2008/layout/LinedList"/>
    <dgm:cxn modelId="{E0524C15-2D8B-4E7F-9E92-D4E5E8ED8539}" type="presParOf" srcId="{0A7518C7-FAE1-418E-A899-E747712E7CCB}" destId="{9FEF1D3D-7EFC-44EB-952D-D0AD3B60E1D8}" srcOrd="10" destOrd="0" presId="urn:microsoft.com/office/officeart/2008/layout/LinedList"/>
    <dgm:cxn modelId="{CD994FC5-F0BB-4B50-9F0A-2094FFEEF6DD}" type="presParOf" srcId="{0A7518C7-FAE1-418E-A899-E747712E7CCB}" destId="{C736EE88-2DC9-4714-8C26-7D872A73A811}" srcOrd="11" destOrd="0" presId="urn:microsoft.com/office/officeart/2008/layout/LinedList"/>
    <dgm:cxn modelId="{D1517E6D-59A2-4A95-A6AE-E152255C632F}" type="presParOf" srcId="{C736EE88-2DC9-4714-8C26-7D872A73A811}" destId="{7D935B70-1543-446E-AA57-6D36347C1EB2}" srcOrd="0" destOrd="0" presId="urn:microsoft.com/office/officeart/2008/layout/LinedList"/>
    <dgm:cxn modelId="{3F1E87BF-FF86-457F-97A7-4E5F30567E2F}" type="presParOf" srcId="{C736EE88-2DC9-4714-8C26-7D872A73A811}" destId="{5F2147AD-E1B9-493B-96BA-1E4830C7D6D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D616D73-1409-489F-8071-5663BD95380C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869A9E08-C728-4C1E-9953-DA45068838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Expérience utilisateur améliorée</a:t>
          </a:r>
        </a:p>
      </dgm:t>
    </dgm:pt>
    <dgm:pt modelId="{0E4A68B5-5909-4B6D-BB3F-2F6FEC32FE1F}" type="parTrans" cxnId="{6C06BE03-C607-454C-98DC-31C94190B684}">
      <dgm:prSet/>
      <dgm:spPr/>
      <dgm:t>
        <a:bodyPr/>
        <a:lstStyle/>
        <a:p>
          <a:endParaRPr lang="en-US"/>
        </a:p>
      </dgm:t>
    </dgm:pt>
    <dgm:pt modelId="{436E4B73-508C-4BBB-9FA2-896C28AA3E0D}" type="sibTrans" cxnId="{6C06BE03-C607-454C-98DC-31C94190B684}">
      <dgm:prSet/>
      <dgm:spPr/>
      <dgm:t>
        <a:bodyPr/>
        <a:lstStyle/>
        <a:p>
          <a:endParaRPr lang="en-US"/>
        </a:p>
      </dgm:t>
    </dgm:pt>
    <dgm:pt modelId="{AB3B9E93-9388-4718-88C7-431ECFB8FB1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Décision stratégique facilitée</a:t>
          </a:r>
        </a:p>
      </dgm:t>
    </dgm:pt>
    <dgm:pt modelId="{3659BEC5-4A9B-42A5-9CFE-C641D9D2B269}" type="parTrans" cxnId="{0467FEB4-17C1-4F87-8CE0-C3742B68B40F}">
      <dgm:prSet/>
      <dgm:spPr/>
      <dgm:t>
        <a:bodyPr/>
        <a:lstStyle/>
        <a:p>
          <a:endParaRPr lang="en-US"/>
        </a:p>
      </dgm:t>
    </dgm:pt>
    <dgm:pt modelId="{001FFBF8-3A2A-45DB-91BB-D57EBB4D084B}" type="sibTrans" cxnId="{0467FEB4-17C1-4F87-8CE0-C3742B68B40F}">
      <dgm:prSet/>
      <dgm:spPr/>
      <dgm:t>
        <a:bodyPr/>
        <a:lstStyle/>
        <a:p>
          <a:endParaRPr lang="en-US"/>
        </a:p>
      </dgm:t>
    </dgm:pt>
    <dgm:pt modelId="{6D449BC9-4596-4CE0-8B83-79A9F93AAA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Reproductibilité pour d’autres domaines (livres, musique, e-learning).</a:t>
          </a:r>
        </a:p>
      </dgm:t>
    </dgm:pt>
    <dgm:pt modelId="{D210BFB8-77B5-4C86-A25B-8232782B5576}" type="parTrans" cxnId="{8D272D81-E81E-42EB-9F0A-EC0E2DF21213}">
      <dgm:prSet/>
      <dgm:spPr/>
      <dgm:t>
        <a:bodyPr/>
        <a:lstStyle/>
        <a:p>
          <a:endParaRPr lang="en-US"/>
        </a:p>
      </dgm:t>
    </dgm:pt>
    <dgm:pt modelId="{491250FF-A3FD-4DB4-8CEB-B73459959BFA}" type="sibTrans" cxnId="{8D272D81-E81E-42EB-9F0A-EC0E2DF21213}">
      <dgm:prSet/>
      <dgm:spPr/>
      <dgm:t>
        <a:bodyPr/>
        <a:lstStyle/>
        <a:p>
          <a:endParaRPr lang="en-US"/>
        </a:p>
      </dgm:t>
    </dgm:pt>
    <dgm:pt modelId="{14CD35C0-D8D9-4B63-A256-FE23A59FBBAF}" type="pres">
      <dgm:prSet presAssocID="{4D616D73-1409-489F-8071-5663BD95380C}" presName="root" presStyleCnt="0">
        <dgm:presLayoutVars>
          <dgm:dir/>
          <dgm:resizeHandles val="exact"/>
        </dgm:presLayoutVars>
      </dgm:prSet>
      <dgm:spPr/>
    </dgm:pt>
    <dgm:pt modelId="{BF5CAE5E-2F88-47B3-BAE3-085C79F6E033}" type="pres">
      <dgm:prSet presAssocID="{869A9E08-C728-4C1E-9953-DA450688381B}" presName="compNode" presStyleCnt="0"/>
      <dgm:spPr/>
    </dgm:pt>
    <dgm:pt modelId="{304D91DF-223A-433C-BE44-FB902657BA2C}" type="pres">
      <dgm:prSet presAssocID="{869A9E08-C728-4C1E-9953-DA450688381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iling Face with No Fill"/>
        </a:ext>
      </dgm:extLst>
    </dgm:pt>
    <dgm:pt modelId="{08E1F840-8ABE-46FD-9D50-F71D4B275E62}" type="pres">
      <dgm:prSet presAssocID="{869A9E08-C728-4C1E-9953-DA450688381B}" presName="spaceRect" presStyleCnt="0"/>
      <dgm:spPr/>
    </dgm:pt>
    <dgm:pt modelId="{8576AC54-EC9B-46E3-9A1A-4B14A5895277}" type="pres">
      <dgm:prSet presAssocID="{869A9E08-C728-4C1E-9953-DA450688381B}" presName="textRect" presStyleLbl="revTx" presStyleIdx="0" presStyleCnt="3">
        <dgm:presLayoutVars>
          <dgm:chMax val="1"/>
          <dgm:chPref val="1"/>
        </dgm:presLayoutVars>
      </dgm:prSet>
      <dgm:spPr/>
    </dgm:pt>
    <dgm:pt modelId="{8F5D157A-C7AA-4D44-A6BD-6E98C0E2F7CC}" type="pres">
      <dgm:prSet presAssocID="{436E4B73-508C-4BBB-9FA2-896C28AA3E0D}" presName="sibTrans" presStyleCnt="0"/>
      <dgm:spPr/>
    </dgm:pt>
    <dgm:pt modelId="{9E737202-3D80-4FDC-8675-0EF8CA48ADE7}" type="pres">
      <dgm:prSet presAssocID="{AB3B9E93-9388-4718-88C7-431ECFB8FB1F}" presName="compNode" presStyleCnt="0"/>
      <dgm:spPr/>
    </dgm:pt>
    <dgm:pt modelId="{51574B00-16EE-471A-9D91-E57D1FC4E877}" type="pres">
      <dgm:prSet presAssocID="{AB3B9E93-9388-4718-88C7-431ECFB8FB1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éunion"/>
        </a:ext>
      </dgm:extLst>
    </dgm:pt>
    <dgm:pt modelId="{FCB21040-53D0-415B-847C-83FB872C62F5}" type="pres">
      <dgm:prSet presAssocID="{AB3B9E93-9388-4718-88C7-431ECFB8FB1F}" presName="spaceRect" presStyleCnt="0"/>
      <dgm:spPr/>
    </dgm:pt>
    <dgm:pt modelId="{EC0B0E94-0B59-4A01-9222-2C8724726F74}" type="pres">
      <dgm:prSet presAssocID="{AB3B9E93-9388-4718-88C7-431ECFB8FB1F}" presName="textRect" presStyleLbl="revTx" presStyleIdx="1" presStyleCnt="3">
        <dgm:presLayoutVars>
          <dgm:chMax val="1"/>
          <dgm:chPref val="1"/>
        </dgm:presLayoutVars>
      </dgm:prSet>
      <dgm:spPr/>
    </dgm:pt>
    <dgm:pt modelId="{BA2BD5CA-DDF5-41DD-9459-A1F382FCD8EC}" type="pres">
      <dgm:prSet presAssocID="{001FFBF8-3A2A-45DB-91BB-D57EBB4D084B}" presName="sibTrans" presStyleCnt="0"/>
      <dgm:spPr/>
    </dgm:pt>
    <dgm:pt modelId="{469166E4-DDB8-4831-9042-B4B17229E4E5}" type="pres">
      <dgm:prSet presAssocID="{6D449BC9-4596-4CE0-8B83-79A9F93AAAF9}" presName="compNode" presStyleCnt="0"/>
      <dgm:spPr/>
    </dgm:pt>
    <dgm:pt modelId="{F322A001-3A36-48C0-804E-4FF8267977B3}" type="pres">
      <dgm:prSet presAssocID="{6D449BC9-4596-4CE0-8B83-79A9F93AAAF9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64E6C9B0-1B8D-4318-8614-9254D9B31BBD}" type="pres">
      <dgm:prSet presAssocID="{6D449BC9-4596-4CE0-8B83-79A9F93AAAF9}" presName="spaceRect" presStyleCnt="0"/>
      <dgm:spPr/>
    </dgm:pt>
    <dgm:pt modelId="{63BB8957-FC98-47BF-8B51-3403FC23B5B9}" type="pres">
      <dgm:prSet presAssocID="{6D449BC9-4596-4CE0-8B83-79A9F93AAAF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C06BE03-C607-454C-98DC-31C94190B684}" srcId="{4D616D73-1409-489F-8071-5663BD95380C}" destId="{869A9E08-C728-4C1E-9953-DA450688381B}" srcOrd="0" destOrd="0" parTransId="{0E4A68B5-5909-4B6D-BB3F-2F6FEC32FE1F}" sibTransId="{436E4B73-508C-4BBB-9FA2-896C28AA3E0D}"/>
    <dgm:cxn modelId="{E667FF10-4478-49CC-BC29-5897A55E384F}" type="presOf" srcId="{869A9E08-C728-4C1E-9953-DA450688381B}" destId="{8576AC54-EC9B-46E3-9A1A-4B14A5895277}" srcOrd="0" destOrd="0" presId="urn:microsoft.com/office/officeart/2018/2/layout/IconLabelList"/>
    <dgm:cxn modelId="{4D96016A-B7CC-4D69-BCDD-2B4CBD35729B}" type="presOf" srcId="{4D616D73-1409-489F-8071-5663BD95380C}" destId="{14CD35C0-D8D9-4B63-A256-FE23A59FBBAF}" srcOrd="0" destOrd="0" presId="urn:microsoft.com/office/officeart/2018/2/layout/IconLabelList"/>
    <dgm:cxn modelId="{8D272D81-E81E-42EB-9F0A-EC0E2DF21213}" srcId="{4D616D73-1409-489F-8071-5663BD95380C}" destId="{6D449BC9-4596-4CE0-8B83-79A9F93AAAF9}" srcOrd="2" destOrd="0" parTransId="{D210BFB8-77B5-4C86-A25B-8232782B5576}" sibTransId="{491250FF-A3FD-4DB4-8CEB-B73459959BFA}"/>
    <dgm:cxn modelId="{0467FEB4-17C1-4F87-8CE0-C3742B68B40F}" srcId="{4D616D73-1409-489F-8071-5663BD95380C}" destId="{AB3B9E93-9388-4718-88C7-431ECFB8FB1F}" srcOrd="1" destOrd="0" parTransId="{3659BEC5-4A9B-42A5-9CFE-C641D9D2B269}" sibTransId="{001FFBF8-3A2A-45DB-91BB-D57EBB4D084B}"/>
    <dgm:cxn modelId="{327092C5-A0E8-43E7-9777-D93EB65B1AEF}" type="presOf" srcId="{AB3B9E93-9388-4718-88C7-431ECFB8FB1F}" destId="{EC0B0E94-0B59-4A01-9222-2C8724726F74}" srcOrd="0" destOrd="0" presId="urn:microsoft.com/office/officeart/2018/2/layout/IconLabelList"/>
    <dgm:cxn modelId="{53E37EE6-2030-4E09-AC9A-197CD7812E92}" type="presOf" srcId="{6D449BC9-4596-4CE0-8B83-79A9F93AAAF9}" destId="{63BB8957-FC98-47BF-8B51-3403FC23B5B9}" srcOrd="0" destOrd="0" presId="urn:microsoft.com/office/officeart/2018/2/layout/IconLabelList"/>
    <dgm:cxn modelId="{40A32E9A-9E23-447B-91C1-82F7F46AD068}" type="presParOf" srcId="{14CD35C0-D8D9-4B63-A256-FE23A59FBBAF}" destId="{BF5CAE5E-2F88-47B3-BAE3-085C79F6E033}" srcOrd="0" destOrd="0" presId="urn:microsoft.com/office/officeart/2018/2/layout/IconLabelList"/>
    <dgm:cxn modelId="{7ECE6795-DC73-4324-A954-AFF218A53AC3}" type="presParOf" srcId="{BF5CAE5E-2F88-47B3-BAE3-085C79F6E033}" destId="{304D91DF-223A-433C-BE44-FB902657BA2C}" srcOrd="0" destOrd="0" presId="urn:microsoft.com/office/officeart/2018/2/layout/IconLabelList"/>
    <dgm:cxn modelId="{E70B6C65-63D0-4C1C-AE63-0A02B8E798F5}" type="presParOf" srcId="{BF5CAE5E-2F88-47B3-BAE3-085C79F6E033}" destId="{08E1F840-8ABE-46FD-9D50-F71D4B275E62}" srcOrd="1" destOrd="0" presId="urn:microsoft.com/office/officeart/2018/2/layout/IconLabelList"/>
    <dgm:cxn modelId="{88EF4AFE-FEF0-4FCA-BA28-68D1043CB09F}" type="presParOf" srcId="{BF5CAE5E-2F88-47B3-BAE3-085C79F6E033}" destId="{8576AC54-EC9B-46E3-9A1A-4B14A5895277}" srcOrd="2" destOrd="0" presId="urn:microsoft.com/office/officeart/2018/2/layout/IconLabelList"/>
    <dgm:cxn modelId="{BE95EDE1-1EB6-46FC-A9CE-F4F1F4CE3024}" type="presParOf" srcId="{14CD35C0-D8D9-4B63-A256-FE23A59FBBAF}" destId="{8F5D157A-C7AA-4D44-A6BD-6E98C0E2F7CC}" srcOrd="1" destOrd="0" presId="urn:microsoft.com/office/officeart/2018/2/layout/IconLabelList"/>
    <dgm:cxn modelId="{63EF7A85-8F1A-44F1-AA5D-9AB7F2B2FA77}" type="presParOf" srcId="{14CD35C0-D8D9-4B63-A256-FE23A59FBBAF}" destId="{9E737202-3D80-4FDC-8675-0EF8CA48ADE7}" srcOrd="2" destOrd="0" presId="urn:microsoft.com/office/officeart/2018/2/layout/IconLabelList"/>
    <dgm:cxn modelId="{75C73DC8-EA86-481D-8AE4-445128877AF3}" type="presParOf" srcId="{9E737202-3D80-4FDC-8675-0EF8CA48ADE7}" destId="{51574B00-16EE-471A-9D91-E57D1FC4E877}" srcOrd="0" destOrd="0" presId="urn:microsoft.com/office/officeart/2018/2/layout/IconLabelList"/>
    <dgm:cxn modelId="{7BB0525F-5E43-49F3-AFC8-52C445591AFD}" type="presParOf" srcId="{9E737202-3D80-4FDC-8675-0EF8CA48ADE7}" destId="{FCB21040-53D0-415B-847C-83FB872C62F5}" srcOrd="1" destOrd="0" presId="urn:microsoft.com/office/officeart/2018/2/layout/IconLabelList"/>
    <dgm:cxn modelId="{BEBC5F50-AB53-4A43-9131-A5BD42D00468}" type="presParOf" srcId="{9E737202-3D80-4FDC-8675-0EF8CA48ADE7}" destId="{EC0B0E94-0B59-4A01-9222-2C8724726F74}" srcOrd="2" destOrd="0" presId="urn:microsoft.com/office/officeart/2018/2/layout/IconLabelList"/>
    <dgm:cxn modelId="{5CBDF4FC-64CB-4B2F-AF92-15FB6CDE8F6E}" type="presParOf" srcId="{14CD35C0-D8D9-4B63-A256-FE23A59FBBAF}" destId="{BA2BD5CA-DDF5-41DD-9459-A1F382FCD8EC}" srcOrd="3" destOrd="0" presId="urn:microsoft.com/office/officeart/2018/2/layout/IconLabelList"/>
    <dgm:cxn modelId="{4F9C4B98-D7F5-48A8-BC4D-B56E55972BC4}" type="presParOf" srcId="{14CD35C0-D8D9-4B63-A256-FE23A59FBBAF}" destId="{469166E4-DDB8-4831-9042-B4B17229E4E5}" srcOrd="4" destOrd="0" presId="urn:microsoft.com/office/officeart/2018/2/layout/IconLabelList"/>
    <dgm:cxn modelId="{681127B2-0B71-4E52-9840-BCA3925A4447}" type="presParOf" srcId="{469166E4-DDB8-4831-9042-B4B17229E4E5}" destId="{F322A001-3A36-48C0-804E-4FF8267977B3}" srcOrd="0" destOrd="0" presId="urn:microsoft.com/office/officeart/2018/2/layout/IconLabelList"/>
    <dgm:cxn modelId="{E4308A06-2D7B-4BD9-A421-78C470EB5614}" type="presParOf" srcId="{469166E4-DDB8-4831-9042-B4B17229E4E5}" destId="{64E6C9B0-1B8D-4318-8614-9254D9B31BBD}" srcOrd="1" destOrd="0" presId="urn:microsoft.com/office/officeart/2018/2/layout/IconLabelList"/>
    <dgm:cxn modelId="{78FC24A2-8AB8-42B7-BC7B-2E60F2108A18}" type="presParOf" srcId="{469166E4-DDB8-4831-9042-B4B17229E4E5}" destId="{63BB8957-FC98-47BF-8B51-3403FC23B5B9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7E3274B-EA0A-4CBF-94FF-BCE22DECAE8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73F6AEE7-0482-4BAE-9AA9-768A96B8DCE7}">
      <dgm:prSet/>
      <dgm:spPr/>
      <dgm:t>
        <a:bodyPr/>
        <a:lstStyle/>
        <a:p>
          <a:r>
            <a:rPr lang="en-US"/>
            <a:t>Projet réalisé par : Rodolphe CHARLES</a:t>
          </a:r>
        </a:p>
      </dgm:t>
    </dgm:pt>
    <dgm:pt modelId="{8EE8AE16-B769-4C04-B397-87A499505CBA}" type="parTrans" cxnId="{03238370-FBDD-4E0E-893B-DF5DFB5FEA90}">
      <dgm:prSet/>
      <dgm:spPr/>
      <dgm:t>
        <a:bodyPr/>
        <a:lstStyle/>
        <a:p>
          <a:endParaRPr lang="en-US"/>
        </a:p>
      </dgm:t>
    </dgm:pt>
    <dgm:pt modelId="{0DBDA56A-5B03-45B5-9619-15D8CC2358D4}" type="sibTrans" cxnId="{03238370-FBDD-4E0E-893B-DF5DFB5FEA90}">
      <dgm:prSet/>
      <dgm:spPr/>
      <dgm:t>
        <a:bodyPr/>
        <a:lstStyle/>
        <a:p>
          <a:endParaRPr lang="en-US"/>
        </a:p>
      </dgm:t>
    </dgm:pt>
    <dgm:pt modelId="{A93B1D9E-A6C6-4E37-8B58-0C559DED04CD}">
      <dgm:prSet/>
      <dgm:spPr/>
      <dgm:t>
        <a:bodyPr/>
        <a:lstStyle/>
        <a:p>
          <a:r>
            <a:rPr lang="en-US"/>
            <a:t>Programme : Data Science &amp; Intelligence Artificielle</a:t>
          </a:r>
          <a:r>
            <a:rPr lang="fr-FR"/>
            <a:t> -AKADEMI</a:t>
          </a:r>
          <a:endParaRPr lang="en-US"/>
        </a:p>
      </dgm:t>
    </dgm:pt>
    <dgm:pt modelId="{3235FA2F-186C-4325-8592-5336E8843304}" type="parTrans" cxnId="{F4539332-E133-4922-BB0D-A90DFFD0FDE8}">
      <dgm:prSet/>
      <dgm:spPr/>
      <dgm:t>
        <a:bodyPr/>
        <a:lstStyle/>
        <a:p>
          <a:endParaRPr lang="en-US"/>
        </a:p>
      </dgm:t>
    </dgm:pt>
    <dgm:pt modelId="{640D3652-1F84-45A9-8056-F89A05D29A73}" type="sibTrans" cxnId="{F4539332-E133-4922-BB0D-A90DFFD0FDE8}">
      <dgm:prSet/>
      <dgm:spPr/>
      <dgm:t>
        <a:bodyPr/>
        <a:lstStyle/>
        <a:p>
          <a:endParaRPr lang="en-US"/>
        </a:p>
      </dgm:t>
    </dgm:pt>
    <dgm:pt modelId="{38FA26F9-29D6-4CDE-8F1A-81E975AB39D6}">
      <dgm:prSet/>
      <dgm:spPr/>
      <dgm:t>
        <a:bodyPr/>
        <a:lstStyle/>
        <a:p>
          <a:r>
            <a:rPr lang="fr-HT"/>
            <a:t>Instructeurs: </a:t>
          </a:r>
          <a:r>
            <a:rPr lang="en-US"/>
            <a:t>M. Wedter Jerome &amp;  M. Geovany Batista</a:t>
          </a:r>
          <a:r>
            <a:rPr lang="fr-FR"/>
            <a:t> Laguerre</a:t>
          </a:r>
          <a:endParaRPr lang="en-US"/>
        </a:p>
      </dgm:t>
    </dgm:pt>
    <dgm:pt modelId="{95A3401F-391E-48D1-97EF-0FE92B7852CF}" type="parTrans" cxnId="{6863C4F1-E80F-4B9F-A1A6-3DFEB35E4EA9}">
      <dgm:prSet/>
      <dgm:spPr/>
      <dgm:t>
        <a:bodyPr/>
        <a:lstStyle/>
        <a:p>
          <a:endParaRPr lang="en-US"/>
        </a:p>
      </dgm:t>
    </dgm:pt>
    <dgm:pt modelId="{32719365-FF6D-4B5E-852D-698FAA9F0F8F}" type="sibTrans" cxnId="{6863C4F1-E80F-4B9F-A1A6-3DFEB35E4EA9}">
      <dgm:prSet/>
      <dgm:spPr/>
      <dgm:t>
        <a:bodyPr/>
        <a:lstStyle/>
        <a:p>
          <a:endParaRPr lang="en-US"/>
        </a:p>
      </dgm:t>
    </dgm:pt>
    <dgm:pt modelId="{1FB96D74-7CD7-4951-9239-B1E1D3BB5951}">
      <dgm:prSet/>
      <dgm:spPr/>
      <dgm:t>
        <a:bodyPr/>
        <a:lstStyle/>
        <a:p>
          <a:r>
            <a:rPr lang="en-US" dirty="0"/>
            <a:t>Octobre 202</a:t>
          </a:r>
          <a:r>
            <a:rPr lang="fr-FR" dirty="0"/>
            <a:t>5</a:t>
          </a:r>
          <a:endParaRPr lang="en-US" dirty="0"/>
        </a:p>
      </dgm:t>
    </dgm:pt>
    <dgm:pt modelId="{EE3933E2-F67B-4A5C-BE62-921B8B10427C}" type="parTrans" cxnId="{F16BE978-D977-40D5-A403-D31111A99203}">
      <dgm:prSet/>
      <dgm:spPr/>
      <dgm:t>
        <a:bodyPr/>
        <a:lstStyle/>
        <a:p>
          <a:endParaRPr lang="en-US"/>
        </a:p>
      </dgm:t>
    </dgm:pt>
    <dgm:pt modelId="{0E40D8EB-19AA-4C56-A6CA-A385769A06D5}" type="sibTrans" cxnId="{F16BE978-D977-40D5-A403-D31111A99203}">
      <dgm:prSet/>
      <dgm:spPr/>
      <dgm:t>
        <a:bodyPr/>
        <a:lstStyle/>
        <a:p>
          <a:endParaRPr lang="en-US"/>
        </a:p>
      </dgm:t>
    </dgm:pt>
    <dgm:pt modelId="{3E188B2B-5F36-406E-A635-F98FD061CA16}">
      <dgm:prSet/>
      <dgm:spPr/>
      <dgm:t>
        <a:bodyPr/>
        <a:lstStyle/>
        <a:p>
          <a:r>
            <a:rPr lang="en-US"/>
            <a:t>🔗 LinkedIn : www.linkedin.com/in/rodolphecharles</a:t>
          </a:r>
        </a:p>
      </dgm:t>
    </dgm:pt>
    <dgm:pt modelId="{E7180029-0E59-4CD4-BF56-0E78052299E1}" type="parTrans" cxnId="{25C8C661-9666-469D-BF62-620574C5C73E}">
      <dgm:prSet/>
      <dgm:spPr/>
      <dgm:t>
        <a:bodyPr/>
        <a:lstStyle/>
        <a:p>
          <a:endParaRPr lang="en-US"/>
        </a:p>
      </dgm:t>
    </dgm:pt>
    <dgm:pt modelId="{65BDDAF0-22FA-4B37-8FB8-1AE82110C3D5}" type="sibTrans" cxnId="{25C8C661-9666-469D-BF62-620574C5C73E}">
      <dgm:prSet/>
      <dgm:spPr/>
      <dgm:t>
        <a:bodyPr/>
        <a:lstStyle/>
        <a:p>
          <a:endParaRPr lang="en-US"/>
        </a:p>
      </dgm:t>
    </dgm:pt>
    <dgm:pt modelId="{24E4D653-0482-4199-A060-3B9883CAF32C}" type="pres">
      <dgm:prSet presAssocID="{C7E3274B-EA0A-4CBF-94FF-BCE22DECAE8D}" presName="root" presStyleCnt="0">
        <dgm:presLayoutVars>
          <dgm:dir/>
          <dgm:resizeHandles val="exact"/>
        </dgm:presLayoutVars>
      </dgm:prSet>
      <dgm:spPr/>
    </dgm:pt>
    <dgm:pt modelId="{D9BA7429-DAE7-4DE7-80FB-FDA3668F96CE}" type="pres">
      <dgm:prSet presAssocID="{73F6AEE7-0482-4BAE-9AA9-768A96B8DCE7}" presName="compNode" presStyleCnt="0"/>
      <dgm:spPr/>
    </dgm:pt>
    <dgm:pt modelId="{19CC08A2-0B76-4DA6-A36D-F2DFD1E791C2}" type="pres">
      <dgm:prSet presAssocID="{73F6AEE7-0482-4BAE-9AA9-768A96B8DCE7}" presName="bgRect" presStyleLbl="bgShp" presStyleIdx="0" presStyleCnt="5"/>
      <dgm:spPr/>
    </dgm:pt>
    <dgm:pt modelId="{B5433D0A-92CA-46C6-BE2B-0E4A3CA78D51}" type="pres">
      <dgm:prSet presAssocID="{73F6AEE7-0482-4BAE-9AA9-768A96B8DCE7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astle scene"/>
        </a:ext>
      </dgm:extLst>
    </dgm:pt>
    <dgm:pt modelId="{E511E18F-BBC7-4407-AFDE-6EC4FD9B7637}" type="pres">
      <dgm:prSet presAssocID="{73F6AEE7-0482-4BAE-9AA9-768A96B8DCE7}" presName="spaceRect" presStyleCnt="0"/>
      <dgm:spPr/>
    </dgm:pt>
    <dgm:pt modelId="{3563A6CF-71A9-4A3E-8B4F-5244DC2ABAD2}" type="pres">
      <dgm:prSet presAssocID="{73F6AEE7-0482-4BAE-9AA9-768A96B8DCE7}" presName="parTx" presStyleLbl="revTx" presStyleIdx="0" presStyleCnt="5">
        <dgm:presLayoutVars>
          <dgm:chMax val="0"/>
          <dgm:chPref val="0"/>
        </dgm:presLayoutVars>
      </dgm:prSet>
      <dgm:spPr/>
    </dgm:pt>
    <dgm:pt modelId="{F93093D3-E156-4CD3-9DC6-15B38F1943F4}" type="pres">
      <dgm:prSet presAssocID="{0DBDA56A-5B03-45B5-9619-15D8CC2358D4}" presName="sibTrans" presStyleCnt="0"/>
      <dgm:spPr/>
    </dgm:pt>
    <dgm:pt modelId="{3AAC5B8A-83B9-420D-879F-122FC79520A4}" type="pres">
      <dgm:prSet presAssocID="{A93B1D9E-A6C6-4E37-8B58-0C559DED04CD}" presName="compNode" presStyleCnt="0"/>
      <dgm:spPr/>
    </dgm:pt>
    <dgm:pt modelId="{A80A86DD-02B1-42FA-88FF-42FA407FD092}" type="pres">
      <dgm:prSet presAssocID="{A93B1D9E-A6C6-4E37-8B58-0C559DED04CD}" presName="bgRect" presStyleLbl="bgShp" presStyleIdx="1" presStyleCnt="5"/>
      <dgm:spPr/>
    </dgm:pt>
    <dgm:pt modelId="{E034ECE1-52FA-4E97-A2CA-651EC4C65DC8}" type="pres">
      <dgm:prSet presAssocID="{A93B1D9E-A6C6-4E37-8B58-0C559DED04CD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6B95DB34-8B43-4F98-9BB8-7D533FCB09FC}" type="pres">
      <dgm:prSet presAssocID="{A93B1D9E-A6C6-4E37-8B58-0C559DED04CD}" presName="spaceRect" presStyleCnt="0"/>
      <dgm:spPr/>
    </dgm:pt>
    <dgm:pt modelId="{53A9A785-3B23-4487-AB20-44DBA0D66CF8}" type="pres">
      <dgm:prSet presAssocID="{A93B1D9E-A6C6-4E37-8B58-0C559DED04CD}" presName="parTx" presStyleLbl="revTx" presStyleIdx="1" presStyleCnt="5">
        <dgm:presLayoutVars>
          <dgm:chMax val="0"/>
          <dgm:chPref val="0"/>
        </dgm:presLayoutVars>
      </dgm:prSet>
      <dgm:spPr/>
    </dgm:pt>
    <dgm:pt modelId="{001E2050-45BF-436C-AADB-5F8DBD98A9D9}" type="pres">
      <dgm:prSet presAssocID="{640D3652-1F84-45A9-8056-F89A05D29A73}" presName="sibTrans" presStyleCnt="0"/>
      <dgm:spPr/>
    </dgm:pt>
    <dgm:pt modelId="{375F27C6-CD33-4F00-8F93-09AE89F3532A}" type="pres">
      <dgm:prSet presAssocID="{38FA26F9-29D6-4CDE-8F1A-81E975AB39D6}" presName="compNode" presStyleCnt="0"/>
      <dgm:spPr/>
    </dgm:pt>
    <dgm:pt modelId="{1E6FC480-2822-4EC4-825F-3340B64F89E9}" type="pres">
      <dgm:prSet presAssocID="{38FA26F9-29D6-4CDE-8F1A-81E975AB39D6}" presName="bgRect" presStyleLbl="bgShp" presStyleIdx="2" presStyleCnt="5"/>
      <dgm:spPr/>
    </dgm:pt>
    <dgm:pt modelId="{5C9C1BE8-20A3-4F40-91B3-9D2DE8729022}" type="pres">
      <dgm:prSet presAssocID="{38FA26F9-29D6-4CDE-8F1A-81E975AB39D6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uve-souris"/>
        </a:ext>
      </dgm:extLst>
    </dgm:pt>
    <dgm:pt modelId="{65DF169C-EC71-4E88-970A-6D748A9FA9C4}" type="pres">
      <dgm:prSet presAssocID="{38FA26F9-29D6-4CDE-8F1A-81E975AB39D6}" presName="spaceRect" presStyleCnt="0"/>
      <dgm:spPr/>
    </dgm:pt>
    <dgm:pt modelId="{EEA09F56-78FD-4846-81CC-53135ADB2C1E}" type="pres">
      <dgm:prSet presAssocID="{38FA26F9-29D6-4CDE-8F1A-81E975AB39D6}" presName="parTx" presStyleLbl="revTx" presStyleIdx="2" presStyleCnt="5">
        <dgm:presLayoutVars>
          <dgm:chMax val="0"/>
          <dgm:chPref val="0"/>
        </dgm:presLayoutVars>
      </dgm:prSet>
      <dgm:spPr/>
    </dgm:pt>
    <dgm:pt modelId="{561677CC-23D3-44AE-A186-8C60E6D99256}" type="pres">
      <dgm:prSet presAssocID="{32719365-FF6D-4B5E-852D-698FAA9F0F8F}" presName="sibTrans" presStyleCnt="0"/>
      <dgm:spPr/>
    </dgm:pt>
    <dgm:pt modelId="{30A041AA-3C6D-47F4-8439-7CB4E159DFF0}" type="pres">
      <dgm:prSet presAssocID="{1FB96D74-7CD7-4951-9239-B1E1D3BB5951}" presName="compNode" presStyleCnt="0"/>
      <dgm:spPr/>
    </dgm:pt>
    <dgm:pt modelId="{85697AB1-1AE2-41FC-8BA2-AFBC8BB83A40}" type="pres">
      <dgm:prSet presAssocID="{1FB96D74-7CD7-4951-9239-B1E1D3BB5951}" presName="bgRect" presStyleLbl="bgShp" presStyleIdx="3" presStyleCnt="5"/>
      <dgm:spPr/>
    </dgm:pt>
    <dgm:pt modelId="{41830F0E-4DC1-410F-9523-FC8D2EE7B6A7}" type="pres">
      <dgm:prSet presAssocID="{1FB96D74-7CD7-4951-9239-B1E1D3BB5951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ragon Dance"/>
        </a:ext>
      </dgm:extLst>
    </dgm:pt>
    <dgm:pt modelId="{7F0FF776-E03B-4E0A-B1EB-5B23A8956089}" type="pres">
      <dgm:prSet presAssocID="{1FB96D74-7CD7-4951-9239-B1E1D3BB5951}" presName="spaceRect" presStyleCnt="0"/>
      <dgm:spPr/>
    </dgm:pt>
    <dgm:pt modelId="{7543C97E-2BCA-4DF2-A226-B38F6E87ADCC}" type="pres">
      <dgm:prSet presAssocID="{1FB96D74-7CD7-4951-9239-B1E1D3BB5951}" presName="parTx" presStyleLbl="revTx" presStyleIdx="3" presStyleCnt="5">
        <dgm:presLayoutVars>
          <dgm:chMax val="0"/>
          <dgm:chPref val="0"/>
        </dgm:presLayoutVars>
      </dgm:prSet>
      <dgm:spPr/>
    </dgm:pt>
    <dgm:pt modelId="{DC5A9937-C39C-4265-9DF7-89D59533E729}" type="pres">
      <dgm:prSet presAssocID="{0E40D8EB-19AA-4C56-A6CA-A385769A06D5}" presName="sibTrans" presStyleCnt="0"/>
      <dgm:spPr/>
    </dgm:pt>
    <dgm:pt modelId="{0D83C672-95D3-46AB-82F7-678241058958}" type="pres">
      <dgm:prSet presAssocID="{3E188B2B-5F36-406E-A635-F98FD061CA16}" presName="compNode" presStyleCnt="0"/>
      <dgm:spPr/>
    </dgm:pt>
    <dgm:pt modelId="{FC0D0022-9854-4C68-AB10-F957C8EF5654}" type="pres">
      <dgm:prSet presAssocID="{3E188B2B-5F36-406E-A635-F98FD061CA16}" presName="bgRect" presStyleLbl="bgShp" presStyleIdx="4" presStyleCnt="5"/>
      <dgm:spPr/>
    </dgm:pt>
    <dgm:pt modelId="{F672F300-F87D-4855-A814-1D2F17DD64C2}" type="pres">
      <dgm:prSet presAssocID="{3E188B2B-5F36-406E-A635-F98FD061CA1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oignée de main"/>
        </a:ext>
      </dgm:extLst>
    </dgm:pt>
    <dgm:pt modelId="{8433F8A9-044A-4DFF-9C67-690D4BFBF266}" type="pres">
      <dgm:prSet presAssocID="{3E188B2B-5F36-406E-A635-F98FD061CA16}" presName="spaceRect" presStyleCnt="0"/>
      <dgm:spPr/>
    </dgm:pt>
    <dgm:pt modelId="{F9BE1108-259A-4095-9428-35B3C87C92ED}" type="pres">
      <dgm:prSet presAssocID="{3E188B2B-5F36-406E-A635-F98FD061CA16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9706216-3561-466A-A202-485922C4F55B}" type="presOf" srcId="{38FA26F9-29D6-4CDE-8F1A-81E975AB39D6}" destId="{EEA09F56-78FD-4846-81CC-53135ADB2C1E}" srcOrd="0" destOrd="0" presId="urn:microsoft.com/office/officeart/2018/2/layout/IconVerticalSolidList"/>
    <dgm:cxn modelId="{F4539332-E133-4922-BB0D-A90DFFD0FDE8}" srcId="{C7E3274B-EA0A-4CBF-94FF-BCE22DECAE8D}" destId="{A93B1D9E-A6C6-4E37-8B58-0C559DED04CD}" srcOrd="1" destOrd="0" parTransId="{3235FA2F-186C-4325-8592-5336E8843304}" sibTransId="{640D3652-1F84-45A9-8056-F89A05D29A73}"/>
    <dgm:cxn modelId="{25C8C661-9666-469D-BF62-620574C5C73E}" srcId="{C7E3274B-EA0A-4CBF-94FF-BCE22DECAE8D}" destId="{3E188B2B-5F36-406E-A635-F98FD061CA16}" srcOrd="4" destOrd="0" parTransId="{E7180029-0E59-4CD4-BF56-0E78052299E1}" sibTransId="{65BDDAF0-22FA-4B37-8FB8-1AE82110C3D5}"/>
    <dgm:cxn modelId="{9B7CDE67-9EFC-4B8E-B9C6-9868F4AC2578}" type="presOf" srcId="{C7E3274B-EA0A-4CBF-94FF-BCE22DECAE8D}" destId="{24E4D653-0482-4199-A060-3B9883CAF32C}" srcOrd="0" destOrd="0" presId="urn:microsoft.com/office/officeart/2018/2/layout/IconVerticalSolidList"/>
    <dgm:cxn modelId="{EE29F768-F36D-4F7C-88B0-16FB60E429D8}" type="presOf" srcId="{3E188B2B-5F36-406E-A635-F98FD061CA16}" destId="{F9BE1108-259A-4095-9428-35B3C87C92ED}" srcOrd="0" destOrd="0" presId="urn:microsoft.com/office/officeart/2018/2/layout/IconVerticalSolidList"/>
    <dgm:cxn modelId="{03238370-FBDD-4E0E-893B-DF5DFB5FEA90}" srcId="{C7E3274B-EA0A-4CBF-94FF-BCE22DECAE8D}" destId="{73F6AEE7-0482-4BAE-9AA9-768A96B8DCE7}" srcOrd="0" destOrd="0" parTransId="{8EE8AE16-B769-4C04-B397-87A499505CBA}" sibTransId="{0DBDA56A-5B03-45B5-9619-15D8CC2358D4}"/>
    <dgm:cxn modelId="{DD6DE470-A41E-46BB-8596-B565F99F83F7}" type="presOf" srcId="{73F6AEE7-0482-4BAE-9AA9-768A96B8DCE7}" destId="{3563A6CF-71A9-4A3E-8B4F-5244DC2ABAD2}" srcOrd="0" destOrd="0" presId="urn:microsoft.com/office/officeart/2018/2/layout/IconVerticalSolidList"/>
    <dgm:cxn modelId="{F16BE978-D977-40D5-A403-D31111A99203}" srcId="{C7E3274B-EA0A-4CBF-94FF-BCE22DECAE8D}" destId="{1FB96D74-7CD7-4951-9239-B1E1D3BB5951}" srcOrd="3" destOrd="0" parTransId="{EE3933E2-F67B-4A5C-BE62-921B8B10427C}" sibTransId="{0E40D8EB-19AA-4C56-A6CA-A385769A06D5}"/>
    <dgm:cxn modelId="{4C64F194-F7A8-43F8-9779-1C44DE2BA55E}" type="presOf" srcId="{1FB96D74-7CD7-4951-9239-B1E1D3BB5951}" destId="{7543C97E-2BCA-4DF2-A226-B38F6E87ADCC}" srcOrd="0" destOrd="0" presId="urn:microsoft.com/office/officeart/2018/2/layout/IconVerticalSolidList"/>
    <dgm:cxn modelId="{0FBADFB6-2827-4924-93FB-22285B84A91D}" type="presOf" srcId="{A93B1D9E-A6C6-4E37-8B58-0C559DED04CD}" destId="{53A9A785-3B23-4487-AB20-44DBA0D66CF8}" srcOrd="0" destOrd="0" presId="urn:microsoft.com/office/officeart/2018/2/layout/IconVerticalSolidList"/>
    <dgm:cxn modelId="{6863C4F1-E80F-4B9F-A1A6-3DFEB35E4EA9}" srcId="{C7E3274B-EA0A-4CBF-94FF-BCE22DECAE8D}" destId="{38FA26F9-29D6-4CDE-8F1A-81E975AB39D6}" srcOrd="2" destOrd="0" parTransId="{95A3401F-391E-48D1-97EF-0FE92B7852CF}" sibTransId="{32719365-FF6D-4B5E-852D-698FAA9F0F8F}"/>
    <dgm:cxn modelId="{F6C60EB6-8D86-46E3-BF50-74B21C75FAB4}" type="presParOf" srcId="{24E4D653-0482-4199-A060-3B9883CAF32C}" destId="{D9BA7429-DAE7-4DE7-80FB-FDA3668F96CE}" srcOrd="0" destOrd="0" presId="urn:microsoft.com/office/officeart/2018/2/layout/IconVerticalSolidList"/>
    <dgm:cxn modelId="{04A12BAE-3CBC-4F36-93FB-09EDAE1DB9DC}" type="presParOf" srcId="{D9BA7429-DAE7-4DE7-80FB-FDA3668F96CE}" destId="{19CC08A2-0B76-4DA6-A36D-F2DFD1E791C2}" srcOrd="0" destOrd="0" presId="urn:microsoft.com/office/officeart/2018/2/layout/IconVerticalSolidList"/>
    <dgm:cxn modelId="{128B1C79-8738-4198-BDD4-3733D31829C6}" type="presParOf" srcId="{D9BA7429-DAE7-4DE7-80FB-FDA3668F96CE}" destId="{B5433D0A-92CA-46C6-BE2B-0E4A3CA78D51}" srcOrd="1" destOrd="0" presId="urn:microsoft.com/office/officeart/2018/2/layout/IconVerticalSolidList"/>
    <dgm:cxn modelId="{37D5AF2C-3D26-4540-81FF-07FD5F304566}" type="presParOf" srcId="{D9BA7429-DAE7-4DE7-80FB-FDA3668F96CE}" destId="{E511E18F-BBC7-4407-AFDE-6EC4FD9B7637}" srcOrd="2" destOrd="0" presId="urn:microsoft.com/office/officeart/2018/2/layout/IconVerticalSolidList"/>
    <dgm:cxn modelId="{E1054A38-2DCF-4A47-A0AE-2D4E98DDDAF7}" type="presParOf" srcId="{D9BA7429-DAE7-4DE7-80FB-FDA3668F96CE}" destId="{3563A6CF-71A9-4A3E-8B4F-5244DC2ABAD2}" srcOrd="3" destOrd="0" presId="urn:microsoft.com/office/officeart/2018/2/layout/IconVerticalSolidList"/>
    <dgm:cxn modelId="{E0D7349D-0F4F-4FC9-BBDA-0FF42AFF2B81}" type="presParOf" srcId="{24E4D653-0482-4199-A060-3B9883CAF32C}" destId="{F93093D3-E156-4CD3-9DC6-15B38F1943F4}" srcOrd="1" destOrd="0" presId="urn:microsoft.com/office/officeart/2018/2/layout/IconVerticalSolidList"/>
    <dgm:cxn modelId="{036418E3-5C5F-4F52-AE67-4808D1B5DD88}" type="presParOf" srcId="{24E4D653-0482-4199-A060-3B9883CAF32C}" destId="{3AAC5B8A-83B9-420D-879F-122FC79520A4}" srcOrd="2" destOrd="0" presId="urn:microsoft.com/office/officeart/2018/2/layout/IconVerticalSolidList"/>
    <dgm:cxn modelId="{0BFF54E3-1045-43FD-9063-056FD3E1C701}" type="presParOf" srcId="{3AAC5B8A-83B9-420D-879F-122FC79520A4}" destId="{A80A86DD-02B1-42FA-88FF-42FA407FD092}" srcOrd="0" destOrd="0" presId="urn:microsoft.com/office/officeart/2018/2/layout/IconVerticalSolidList"/>
    <dgm:cxn modelId="{4871A885-EFD0-4DE9-936A-A9A2559F2751}" type="presParOf" srcId="{3AAC5B8A-83B9-420D-879F-122FC79520A4}" destId="{E034ECE1-52FA-4E97-A2CA-651EC4C65DC8}" srcOrd="1" destOrd="0" presId="urn:microsoft.com/office/officeart/2018/2/layout/IconVerticalSolidList"/>
    <dgm:cxn modelId="{B277B0E7-47E5-4A31-9242-46C1A966FB59}" type="presParOf" srcId="{3AAC5B8A-83B9-420D-879F-122FC79520A4}" destId="{6B95DB34-8B43-4F98-9BB8-7D533FCB09FC}" srcOrd="2" destOrd="0" presId="urn:microsoft.com/office/officeart/2018/2/layout/IconVerticalSolidList"/>
    <dgm:cxn modelId="{43501D74-47C6-439C-BFA8-E5887E10259B}" type="presParOf" srcId="{3AAC5B8A-83B9-420D-879F-122FC79520A4}" destId="{53A9A785-3B23-4487-AB20-44DBA0D66CF8}" srcOrd="3" destOrd="0" presId="urn:microsoft.com/office/officeart/2018/2/layout/IconVerticalSolidList"/>
    <dgm:cxn modelId="{420186AF-0EC7-426E-8C44-0C3AAB228F8B}" type="presParOf" srcId="{24E4D653-0482-4199-A060-3B9883CAF32C}" destId="{001E2050-45BF-436C-AADB-5F8DBD98A9D9}" srcOrd="3" destOrd="0" presId="urn:microsoft.com/office/officeart/2018/2/layout/IconVerticalSolidList"/>
    <dgm:cxn modelId="{EFC16E11-8FAC-4DFE-9D9A-AB5B73F3E363}" type="presParOf" srcId="{24E4D653-0482-4199-A060-3B9883CAF32C}" destId="{375F27C6-CD33-4F00-8F93-09AE89F3532A}" srcOrd="4" destOrd="0" presId="urn:microsoft.com/office/officeart/2018/2/layout/IconVerticalSolidList"/>
    <dgm:cxn modelId="{CD772DBD-CD24-4248-8B4E-FF025F22C0EF}" type="presParOf" srcId="{375F27C6-CD33-4F00-8F93-09AE89F3532A}" destId="{1E6FC480-2822-4EC4-825F-3340B64F89E9}" srcOrd="0" destOrd="0" presId="urn:microsoft.com/office/officeart/2018/2/layout/IconVerticalSolidList"/>
    <dgm:cxn modelId="{91F3AA4E-76B2-40A0-AEB5-BE4464CE1511}" type="presParOf" srcId="{375F27C6-CD33-4F00-8F93-09AE89F3532A}" destId="{5C9C1BE8-20A3-4F40-91B3-9D2DE8729022}" srcOrd="1" destOrd="0" presId="urn:microsoft.com/office/officeart/2018/2/layout/IconVerticalSolidList"/>
    <dgm:cxn modelId="{08B8B3C2-54E2-484C-BCBF-8039AF931D9D}" type="presParOf" srcId="{375F27C6-CD33-4F00-8F93-09AE89F3532A}" destId="{65DF169C-EC71-4E88-970A-6D748A9FA9C4}" srcOrd="2" destOrd="0" presId="urn:microsoft.com/office/officeart/2018/2/layout/IconVerticalSolidList"/>
    <dgm:cxn modelId="{303570C5-CD0A-4FA2-9AD7-83E68262EECF}" type="presParOf" srcId="{375F27C6-CD33-4F00-8F93-09AE89F3532A}" destId="{EEA09F56-78FD-4846-81CC-53135ADB2C1E}" srcOrd="3" destOrd="0" presId="urn:microsoft.com/office/officeart/2018/2/layout/IconVerticalSolidList"/>
    <dgm:cxn modelId="{067F14F8-5B25-46DC-B452-AF354930B890}" type="presParOf" srcId="{24E4D653-0482-4199-A060-3B9883CAF32C}" destId="{561677CC-23D3-44AE-A186-8C60E6D99256}" srcOrd="5" destOrd="0" presId="urn:microsoft.com/office/officeart/2018/2/layout/IconVerticalSolidList"/>
    <dgm:cxn modelId="{4DE3AF12-23A6-4640-8292-7E6EFE761CF0}" type="presParOf" srcId="{24E4D653-0482-4199-A060-3B9883CAF32C}" destId="{30A041AA-3C6D-47F4-8439-7CB4E159DFF0}" srcOrd="6" destOrd="0" presId="urn:microsoft.com/office/officeart/2018/2/layout/IconVerticalSolidList"/>
    <dgm:cxn modelId="{9B6A9514-353E-472A-A9D9-C4E687C73043}" type="presParOf" srcId="{30A041AA-3C6D-47F4-8439-7CB4E159DFF0}" destId="{85697AB1-1AE2-41FC-8BA2-AFBC8BB83A40}" srcOrd="0" destOrd="0" presId="urn:microsoft.com/office/officeart/2018/2/layout/IconVerticalSolidList"/>
    <dgm:cxn modelId="{C2D9D91A-5BA2-4255-B4BD-D79F65A4CA3C}" type="presParOf" srcId="{30A041AA-3C6D-47F4-8439-7CB4E159DFF0}" destId="{41830F0E-4DC1-410F-9523-FC8D2EE7B6A7}" srcOrd="1" destOrd="0" presId="urn:microsoft.com/office/officeart/2018/2/layout/IconVerticalSolidList"/>
    <dgm:cxn modelId="{38D33A3E-52FF-4035-8A10-14878D4CEC3D}" type="presParOf" srcId="{30A041AA-3C6D-47F4-8439-7CB4E159DFF0}" destId="{7F0FF776-E03B-4E0A-B1EB-5B23A8956089}" srcOrd="2" destOrd="0" presId="urn:microsoft.com/office/officeart/2018/2/layout/IconVerticalSolidList"/>
    <dgm:cxn modelId="{106999DD-60A8-40B8-806A-ED52037B5BFE}" type="presParOf" srcId="{30A041AA-3C6D-47F4-8439-7CB4E159DFF0}" destId="{7543C97E-2BCA-4DF2-A226-B38F6E87ADCC}" srcOrd="3" destOrd="0" presId="urn:microsoft.com/office/officeart/2018/2/layout/IconVerticalSolidList"/>
    <dgm:cxn modelId="{1F8C4D26-16D2-416E-80A2-4C372DFA1A67}" type="presParOf" srcId="{24E4D653-0482-4199-A060-3B9883CAF32C}" destId="{DC5A9937-C39C-4265-9DF7-89D59533E729}" srcOrd="7" destOrd="0" presId="urn:microsoft.com/office/officeart/2018/2/layout/IconVerticalSolidList"/>
    <dgm:cxn modelId="{E09D7028-06B6-439D-8965-6AD50BF97A7D}" type="presParOf" srcId="{24E4D653-0482-4199-A060-3B9883CAF32C}" destId="{0D83C672-95D3-46AB-82F7-678241058958}" srcOrd="8" destOrd="0" presId="urn:microsoft.com/office/officeart/2018/2/layout/IconVerticalSolidList"/>
    <dgm:cxn modelId="{B82F5DE6-3399-4C69-B377-56FABCC37B59}" type="presParOf" srcId="{0D83C672-95D3-46AB-82F7-678241058958}" destId="{FC0D0022-9854-4C68-AB10-F957C8EF5654}" srcOrd="0" destOrd="0" presId="urn:microsoft.com/office/officeart/2018/2/layout/IconVerticalSolidList"/>
    <dgm:cxn modelId="{E85BD7A2-A08C-4A1E-A797-42170AAFC0B9}" type="presParOf" srcId="{0D83C672-95D3-46AB-82F7-678241058958}" destId="{F672F300-F87D-4855-A814-1D2F17DD64C2}" srcOrd="1" destOrd="0" presId="urn:microsoft.com/office/officeart/2018/2/layout/IconVerticalSolidList"/>
    <dgm:cxn modelId="{5E07D9C8-0F94-49CB-9743-2F9865B1C8EF}" type="presParOf" srcId="{0D83C672-95D3-46AB-82F7-678241058958}" destId="{8433F8A9-044A-4DFF-9C67-690D4BFBF266}" srcOrd="2" destOrd="0" presId="urn:microsoft.com/office/officeart/2018/2/layout/IconVerticalSolidList"/>
    <dgm:cxn modelId="{B1309BAE-FAA1-4047-BC43-DB11CD4CB225}" type="presParOf" srcId="{0D83C672-95D3-46AB-82F7-678241058958}" destId="{F9BE1108-259A-4095-9428-35B3C87C92E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DE007D0-3938-46E0-9E2F-DB198612BFEA}">
      <dsp:nvSpPr>
        <dsp:cNvPr id="0" name=""/>
        <dsp:cNvSpPr/>
      </dsp:nvSpPr>
      <dsp:spPr>
        <a:xfrm>
          <a:off x="0" y="1297"/>
          <a:ext cx="73201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B9CCED7-35D7-4732-B46D-AE53E09A9A65}">
      <dsp:nvSpPr>
        <dsp:cNvPr id="0" name=""/>
        <dsp:cNvSpPr/>
      </dsp:nvSpPr>
      <dsp:spPr>
        <a:xfrm>
          <a:off x="0" y="1297"/>
          <a:ext cx="7320116" cy="884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 err="1">
              <a:latin typeface="Aharoni" panose="02010803020104030203" pitchFamily="2" charset="-79"/>
              <a:cs typeface="Aharoni" panose="02010803020104030203" pitchFamily="2" charset="-79"/>
            </a:rPr>
            <a:t>Présenté</a:t>
          </a:r>
          <a:r>
            <a:rPr lang="en-US" sz="2800" kern="1200" dirty="0">
              <a:latin typeface="Aharoni" panose="02010803020104030203" pitchFamily="2" charset="-79"/>
              <a:cs typeface="Aharoni" panose="02010803020104030203" pitchFamily="2" charset="-79"/>
            </a:rPr>
            <a:t> par Rodolphe CHARLES</a:t>
          </a:r>
        </a:p>
      </dsp:txBody>
      <dsp:txXfrm>
        <a:off x="0" y="1297"/>
        <a:ext cx="7320116" cy="884857"/>
      </dsp:txXfrm>
    </dsp:sp>
    <dsp:sp modelId="{C9504D43-BFCF-4DB2-BD2E-71F974FEBB8D}">
      <dsp:nvSpPr>
        <dsp:cNvPr id="0" name=""/>
        <dsp:cNvSpPr/>
      </dsp:nvSpPr>
      <dsp:spPr>
        <a:xfrm>
          <a:off x="0" y="886155"/>
          <a:ext cx="73201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690F7CB-C072-4C93-9EC4-053F9D7790BD}">
      <dsp:nvSpPr>
        <dsp:cNvPr id="0" name=""/>
        <dsp:cNvSpPr/>
      </dsp:nvSpPr>
      <dsp:spPr>
        <a:xfrm>
          <a:off x="0" y="886155"/>
          <a:ext cx="7320116" cy="884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haroni" panose="02010803020104030203" pitchFamily="2" charset="-79"/>
              <a:cs typeface="Aharoni" panose="02010803020104030203" pitchFamily="2" charset="-79"/>
            </a:rPr>
            <a:t>Sous la supervision de M. </a:t>
          </a:r>
          <a:r>
            <a:rPr lang="en-US" sz="2800" kern="1200" dirty="0" err="1">
              <a:latin typeface="Aharoni" panose="02010803020104030203" pitchFamily="2" charset="-79"/>
              <a:cs typeface="Aharoni" panose="02010803020104030203" pitchFamily="2" charset="-79"/>
            </a:rPr>
            <a:t>Wedter</a:t>
          </a:r>
          <a:r>
            <a:rPr lang="en-US" sz="2800" kern="1200" dirty="0">
              <a:latin typeface="Aharoni" panose="02010803020104030203" pitchFamily="2" charset="-79"/>
              <a:cs typeface="Aharoni" panose="02010803020104030203" pitchFamily="2" charset="-79"/>
            </a:rPr>
            <a:t> Jerome &amp;  M. Geovany Batista</a:t>
          </a:r>
          <a:r>
            <a:rPr lang="fr-FR" sz="2800" kern="1200" dirty="0">
              <a:latin typeface="Aharoni" panose="02010803020104030203" pitchFamily="2" charset="-79"/>
              <a:cs typeface="Aharoni" panose="02010803020104030203" pitchFamily="2" charset="-79"/>
            </a:rPr>
            <a:t> Laguerre</a:t>
          </a:r>
          <a:endParaRPr lang="en-US" sz="28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0" y="886155"/>
        <a:ext cx="7320116" cy="884857"/>
      </dsp:txXfrm>
    </dsp:sp>
    <dsp:sp modelId="{ED5E538D-D5FD-4D80-83A2-8419CC1901F7}">
      <dsp:nvSpPr>
        <dsp:cNvPr id="0" name=""/>
        <dsp:cNvSpPr/>
      </dsp:nvSpPr>
      <dsp:spPr>
        <a:xfrm>
          <a:off x="0" y="1771012"/>
          <a:ext cx="7320116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3BDAA2F-443F-411E-8D06-EE589F16F20C}">
      <dsp:nvSpPr>
        <dsp:cNvPr id="0" name=""/>
        <dsp:cNvSpPr/>
      </dsp:nvSpPr>
      <dsp:spPr>
        <a:xfrm>
          <a:off x="0" y="1771012"/>
          <a:ext cx="7320116" cy="8848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t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2800" kern="1200" dirty="0">
              <a:latin typeface="Aharoni" panose="02010803020104030203" pitchFamily="2" charset="-79"/>
              <a:cs typeface="Aharoni" panose="02010803020104030203" pitchFamily="2" charset="-79"/>
            </a:rPr>
            <a:t>Octobre 2025</a:t>
          </a:r>
          <a:endParaRPr lang="en-US" sz="28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0" y="1771012"/>
        <a:ext cx="7320116" cy="8848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1E057A-07A3-4691-B74B-03E8318F8C2C}">
      <dsp:nvSpPr>
        <dsp:cNvPr id="0" name=""/>
        <dsp:cNvSpPr/>
      </dsp:nvSpPr>
      <dsp:spPr>
        <a:xfrm>
          <a:off x="64357" y="1318089"/>
          <a:ext cx="981666" cy="9816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CCACA06-6607-4A20-8234-B7D6403B9A86}">
      <dsp:nvSpPr>
        <dsp:cNvPr id="0" name=""/>
        <dsp:cNvSpPr/>
      </dsp:nvSpPr>
      <dsp:spPr>
        <a:xfrm>
          <a:off x="270507" y="1524239"/>
          <a:ext cx="569366" cy="56936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DED4ABB-A150-443D-B062-73AA445630B8}">
      <dsp:nvSpPr>
        <dsp:cNvPr id="0" name=""/>
        <dsp:cNvSpPr/>
      </dsp:nvSpPr>
      <dsp:spPr>
        <a:xfrm>
          <a:off x="1256380" y="131808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haroni" panose="02010803020104030203" pitchFamily="2" charset="-79"/>
              <a:cs typeface="Aharoni" panose="02010803020104030203" pitchFamily="2" charset="-79"/>
            </a:rPr>
            <a:t>L’essor des plateformes comme Netflix, Amazon Prime et Disney+ a transformé la consommation des films.</a:t>
          </a:r>
        </a:p>
      </dsp:txBody>
      <dsp:txXfrm>
        <a:off x="1256380" y="1318089"/>
        <a:ext cx="2313927" cy="981666"/>
      </dsp:txXfrm>
    </dsp:sp>
    <dsp:sp modelId="{EE796D20-4B90-45E1-B0EB-9E55DBE24C9D}">
      <dsp:nvSpPr>
        <dsp:cNvPr id="0" name=""/>
        <dsp:cNvSpPr/>
      </dsp:nvSpPr>
      <dsp:spPr>
        <a:xfrm>
          <a:off x="3973492" y="1318089"/>
          <a:ext cx="981666" cy="981666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0E5644-5CD8-49F3-BD58-F8F12379FCDE}">
      <dsp:nvSpPr>
        <dsp:cNvPr id="0" name=""/>
        <dsp:cNvSpPr/>
      </dsp:nvSpPr>
      <dsp:spPr>
        <a:xfrm>
          <a:off x="4179641" y="1524239"/>
          <a:ext cx="569366" cy="56936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43AF01-C0DF-42C4-B901-640AECBDB361}">
      <dsp:nvSpPr>
        <dsp:cNvPr id="0" name=""/>
        <dsp:cNvSpPr/>
      </dsp:nvSpPr>
      <dsp:spPr>
        <a:xfrm>
          <a:off x="5165515" y="1318089"/>
          <a:ext cx="2313927" cy="9816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haroni" panose="02010803020104030203" pitchFamily="2" charset="-79"/>
              <a:cs typeface="Aharoni" panose="02010803020104030203" pitchFamily="2" charset="-79"/>
            </a:rPr>
            <a:t>Ces plateformes utilisent des systèmes de recommandation intelligents basés sur le comportement des spectateurs.</a:t>
          </a:r>
        </a:p>
      </dsp:txBody>
      <dsp:txXfrm>
        <a:off x="5165515" y="1318089"/>
        <a:ext cx="2313927" cy="98166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AE5739-3345-4475-9DE4-4948691B28B2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B1F9D8-5E96-4C1C-8C3A-868C5E4805FF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889F981-1E4C-4727-AB8B-76CC42F0B5F0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movies.csv : films (movieId, title, genres)</a:t>
          </a:r>
        </a:p>
      </dsp:txBody>
      <dsp:txXfrm>
        <a:off x="1357965" y="2319"/>
        <a:ext cx="3325983" cy="1175727"/>
      </dsp:txXfrm>
    </dsp:sp>
    <dsp:sp modelId="{AC0EA5C4-7863-45E0-A7FB-6C07CEB8C8FF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77968A-1774-4C90-B53F-5C84D941F7C4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A372104-71E3-4E88-9445-CB3504191ABC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ratings.csv : notes (userId, movieId, rating)</a:t>
          </a:r>
        </a:p>
      </dsp:txBody>
      <dsp:txXfrm>
        <a:off x="1357965" y="1471979"/>
        <a:ext cx="3325983" cy="1175727"/>
      </dsp:txXfrm>
    </dsp:sp>
    <dsp:sp modelId="{1CA9B808-E021-4815-963C-9EA6D368F454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97BDAA-28BE-4762-867B-04B1E3C3E7C5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B1EBAF-AF3B-4D05-AFF8-9172F7AA04F0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tags.csv : étiquettes (userId, movieId, tag)</a:t>
          </a:r>
        </a:p>
      </dsp:txBody>
      <dsp:txXfrm>
        <a:off x="1357965" y="2941639"/>
        <a:ext cx="3325983" cy="1175727"/>
      </dsp:txXfrm>
    </dsp:sp>
    <dsp:sp modelId="{955203B5-CB4E-47ED-8E8E-AF823DCA714F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E5FD30-118F-47AE-922F-9B788B9E3835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755AB2-BF2F-4A81-94E2-38E670FA7544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Fusion autour de movieId pour une base intégrée.</a:t>
          </a:r>
        </a:p>
      </dsp:txBody>
      <dsp:txXfrm>
        <a:off x="1357965" y="4411299"/>
        <a:ext cx="3325983" cy="1175727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FFE34D5-6B21-4847-BB35-392965D90968}">
      <dsp:nvSpPr>
        <dsp:cNvPr id="0" name=""/>
        <dsp:cNvSpPr/>
      </dsp:nvSpPr>
      <dsp:spPr>
        <a:xfrm>
          <a:off x="0" y="322"/>
          <a:ext cx="8115300" cy="881448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Moyenne des notes : entre 3 et 4</a:t>
          </a:r>
        </a:p>
      </dsp:txBody>
      <dsp:txXfrm>
        <a:off x="43029" y="43351"/>
        <a:ext cx="8029242" cy="795390"/>
      </dsp:txXfrm>
    </dsp:sp>
    <dsp:sp modelId="{EAC4A192-8866-4B55-9E9F-0C9484D6D136}">
      <dsp:nvSpPr>
        <dsp:cNvPr id="0" name=""/>
        <dsp:cNvSpPr/>
      </dsp:nvSpPr>
      <dsp:spPr>
        <a:xfrm>
          <a:off x="0" y="950890"/>
          <a:ext cx="8115300" cy="881448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• Genres dominants : Drama, Comedy</a:t>
          </a:r>
        </a:p>
      </dsp:txBody>
      <dsp:txXfrm>
        <a:off x="43029" y="993919"/>
        <a:ext cx="8029242" cy="795390"/>
      </dsp:txXfrm>
    </dsp:sp>
    <dsp:sp modelId="{92960789-E99B-477C-BD7A-CB84539C5F4A}">
      <dsp:nvSpPr>
        <dsp:cNvPr id="0" name=""/>
        <dsp:cNvSpPr/>
      </dsp:nvSpPr>
      <dsp:spPr>
        <a:xfrm>
          <a:off x="0" y="1901459"/>
          <a:ext cx="8115300" cy="881448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Corrélation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faible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entre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popularité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et satisfaction</a:t>
          </a:r>
        </a:p>
      </dsp:txBody>
      <dsp:txXfrm>
        <a:off x="43029" y="1944488"/>
        <a:ext cx="8029242" cy="795390"/>
      </dsp:txXfrm>
    </dsp:sp>
    <dsp:sp modelId="{72C36FC3-763D-4531-B5CA-3477AA736908}">
      <dsp:nvSpPr>
        <dsp:cNvPr id="0" name=""/>
        <dsp:cNvSpPr/>
      </dsp:nvSpPr>
      <dsp:spPr>
        <a:xfrm>
          <a:off x="0" y="2852028"/>
          <a:ext cx="8115300" cy="881448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•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Comportements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des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utilisateurs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: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utlisateurs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actifs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plus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modérés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et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utlisateurs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occasionnels</a:t>
          </a:r>
          <a:r>
            <a:rPr lang="en-US" sz="2400" kern="1200" dirty="0">
              <a:latin typeface="Aharoni" panose="02010803020104030203" pitchFamily="2" charset="-79"/>
              <a:cs typeface="Aharoni" panose="02010803020104030203" pitchFamily="2" charset="-79"/>
            </a:rPr>
            <a:t> plus </a:t>
          </a:r>
          <a:r>
            <a:rPr lang="en-US" sz="2400" kern="1200" dirty="0" err="1">
              <a:latin typeface="Aharoni" panose="02010803020104030203" pitchFamily="2" charset="-79"/>
              <a:cs typeface="Aharoni" panose="02010803020104030203" pitchFamily="2" charset="-79"/>
            </a:rPr>
            <a:t>généreux</a:t>
          </a:r>
          <a:endParaRPr lang="en-US" sz="2400" kern="1200" dirty="0">
            <a:latin typeface="Aharoni" panose="02010803020104030203" pitchFamily="2" charset="-79"/>
            <a:cs typeface="Aharoni" panose="02010803020104030203" pitchFamily="2" charset="-79"/>
          </a:endParaRPr>
        </a:p>
      </dsp:txBody>
      <dsp:txXfrm>
        <a:off x="43029" y="2895057"/>
        <a:ext cx="8029242" cy="79539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8C9EA-8B39-4D11-8F30-203718D34A8C}">
      <dsp:nvSpPr>
        <dsp:cNvPr id="0" name=""/>
        <dsp:cNvSpPr/>
      </dsp:nvSpPr>
      <dsp:spPr>
        <a:xfrm>
          <a:off x="0" y="1977"/>
          <a:ext cx="35798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EE711CA2-3101-4317-B5C9-12E292184345}">
      <dsp:nvSpPr>
        <dsp:cNvPr id="0" name=""/>
        <dsp:cNvSpPr/>
      </dsp:nvSpPr>
      <dsp:spPr>
        <a:xfrm>
          <a:off x="0" y="1977"/>
          <a:ext cx="3579876" cy="67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Utilisateur 565 – Top 5 films recommandés :</a:t>
          </a:r>
        </a:p>
      </dsp:txBody>
      <dsp:txXfrm>
        <a:off x="0" y="1977"/>
        <a:ext cx="3579876" cy="674472"/>
      </dsp:txXfrm>
    </dsp:sp>
    <dsp:sp modelId="{096E1961-23DF-4B18-B288-FB32AD6AA8BD}">
      <dsp:nvSpPr>
        <dsp:cNvPr id="0" name=""/>
        <dsp:cNvSpPr/>
      </dsp:nvSpPr>
      <dsp:spPr>
        <a:xfrm>
          <a:off x="0" y="676450"/>
          <a:ext cx="35798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68AA010D-3E79-4A39-97D1-62BD73CCDE1C}">
      <dsp:nvSpPr>
        <dsp:cNvPr id="0" name=""/>
        <dsp:cNvSpPr/>
      </dsp:nvSpPr>
      <dsp:spPr>
        <a:xfrm>
          <a:off x="0" y="676450"/>
          <a:ext cx="3579876" cy="67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1. Braveheart (Action)</a:t>
          </a:r>
        </a:p>
      </dsp:txBody>
      <dsp:txXfrm>
        <a:off x="0" y="676450"/>
        <a:ext cx="3579876" cy="674472"/>
      </dsp:txXfrm>
    </dsp:sp>
    <dsp:sp modelId="{0CC7BBD4-8821-4A0A-8F9E-8620F62C7EFD}">
      <dsp:nvSpPr>
        <dsp:cNvPr id="0" name=""/>
        <dsp:cNvSpPr/>
      </dsp:nvSpPr>
      <dsp:spPr>
        <a:xfrm>
          <a:off x="0" y="1350923"/>
          <a:ext cx="35798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7DB70F8-AEFD-4B70-8857-33D1EB47DE75}">
      <dsp:nvSpPr>
        <dsp:cNvPr id="0" name=""/>
        <dsp:cNvSpPr/>
      </dsp:nvSpPr>
      <dsp:spPr>
        <a:xfrm>
          <a:off x="0" y="1350923"/>
          <a:ext cx="3579876" cy="67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2. Pulp Fiction (Comedy)</a:t>
          </a:r>
        </a:p>
      </dsp:txBody>
      <dsp:txXfrm>
        <a:off x="0" y="1350923"/>
        <a:ext cx="3579876" cy="674472"/>
      </dsp:txXfrm>
    </dsp:sp>
    <dsp:sp modelId="{8A96E508-8106-4911-A976-7845CB613128}">
      <dsp:nvSpPr>
        <dsp:cNvPr id="0" name=""/>
        <dsp:cNvSpPr/>
      </dsp:nvSpPr>
      <dsp:spPr>
        <a:xfrm>
          <a:off x="0" y="2025395"/>
          <a:ext cx="35798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3C772A-13C9-468C-876D-DD1BA2C3028B}">
      <dsp:nvSpPr>
        <dsp:cNvPr id="0" name=""/>
        <dsp:cNvSpPr/>
      </dsp:nvSpPr>
      <dsp:spPr>
        <a:xfrm>
          <a:off x="0" y="2025396"/>
          <a:ext cx="3579876" cy="67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3. The Shawshank Redemption (Crime)</a:t>
          </a:r>
        </a:p>
      </dsp:txBody>
      <dsp:txXfrm>
        <a:off x="0" y="2025396"/>
        <a:ext cx="3579876" cy="674472"/>
      </dsp:txXfrm>
    </dsp:sp>
    <dsp:sp modelId="{2E6A12EA-D009-4E59-8F3C-EC08877B2C3D}">
      <dsp:nvSpPr>
        <dsp:cNvPr id="0" name=""/>
        <dsp:cNvSpPr/>
      </dsp:nvSpPr>
      <dsp:spPr>
        <a:xfrm>
          <a:off x="0" y="2699868"/>
          <a:ext cx="35798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52D935E1-E1EE-496D-8A12-387AC5FBBF15}">
      <dsp:nvSpPr>
        <dsp:cNvPr id="0" name=""/>
        <dsp:cNvSpPr/>
      </dsp:nvSpPr>
      <dsp:spPr>
        <a:xfrm>
          <a:off x="0" y="2699868"/>
          <a:ext cx="3579876" cy="67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4. Forrest Gump (Comedy)</a:t>
          </a:r>
        </a:p>
      </dsp:txBody>
      <dsp:txXfrm>
        <a:off x="0" y="2699868"/>
        <a:ext cx="3579876" cy="674472"/>
      </dsp:txXfrm>
    </dsp:sp>
    <dsp:sp modelId="{9FEF1D3D-7EFC-44EB-952D-D0AD3B60E1D8}">
      <dsp:nvSpPr>
        <dsp:cNvPr id="0" name=""/>
        <dsp:cNvSpPr/>
      </dsp:nvSpPr>
      <dsp:spPr>
        <a:xfrm>
          <a:off x="0" y="3374341"/>
          <a:ext cx="3579876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7D935B70-1543-446E-AA57-6D36347C1EB2}">
      <dsp:nvSpPr>
        <dsp:cNvPr id="0" name=""/>
        <dsp:cNvSpPr/>
      </dsp:nvSpPr>
      <dsp:spPr>
        <a:xfrm>
          <a:off x="0" y="3374341"/>
          <a:ext cx="3579876" cy="67447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5. The Silence of the Lambs (Crime)</a:t>
          </a:r>
        </a:p>
      </dsp:txBody>
      <dsp:txXfrm>
        <a:off x="0" y="3374341"/>
        <a:ext cx="3579876" cy="674472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4D91DF-223A-433C-BE44-FB902657BA2C}">
      <dsp:nvSpPr>
        <dsp:cNvPr id="0" name=""/>
        <dsp:cNvSpPr/>
      </dsp:nvSpPr>
      <dsp:spPr>
        <a:xfrm>
          <a:off x="749317" y="813808"/>
          <a:ext cx="971544" cy="9715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76AC54-EC9B-46E3-9A1A-4B14A5895277}">
      <dsp:nvSpPr>
        <dsp:cNvPr id="0" name=""/>
        <dsp:cNvSpPr/>
      </dsp:nvSpPr>
      <dsp:spPr>
        <a:xfrm>
          <a:off x="155595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Expérience utilisateur améliorée</a:t>
          </a:r>
        </a:p>
      </dsp:txBody>
      <dsp:txXfrm>
        <a:off x="155595" y="2084036"/>
        <a:ext cx="2158987" cy="720000"/>
      </dsp:txXfrm>
    </dsp:sp>
    <dsp:sp modelId="{51574B00-16EE-471A-9D91-E57D1FC4E877}">
      <dsp:nvSpPr>
        <dsp:cNvPr id="0" name=""/>
        <dsp:cNvSpPr/>
      </dsp:nvSpPr>
      <dsp:spPr>
        <a:xfrm>
          <a:off x="3286127" y="813808"/>
          <a:ext cx="971544" cy="9715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0B0E94-0B59-4A01-9222-2C8724726F74}">
      <dsp:nvSpPr>
        <dsp:cNvPr id="0" name=""/>
        <dsp:cNvSpPr/>
      </dsp:nvSpPr>
      <dsp:spPr>
        <a:xfrm>
          <a:off x="269240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Décision stratégique facilitée</a:t>
          </a:r>
        </a:p>
      </dsp:txBody>
      <dsp:txXfrm>
        <a:off x="2692406" y="2084036"/>
        <a:ext cx="2158987" cy="720000"/>
      </dsp:txXfrm>
    </dsp:sp>
    <dsp:sp modelId="{F322A001-3A36-48C0-804E-4FF8267977B3}">
      <dsp:nvSpPr>
        <dsp:cNvPr id="0" name=""/>
        <dsp:cNvSpPr/>
      </dsp:nvSpPr>
      <dsp:spPr>
        <a:xfrm>
          <a:off x="5822938" y="813808"/>
          <a:ext cx="971544" cy="9715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BB8957-FC98-47BF-8B51-3403FC23B5B9}">
      <dsp:nvSpPr>
        <dsp:cNvPr id="0" name=""/>
        <dsp:cNvSpPr/>
      </dsp:nvSpPr>
      <dsp:spPr>
        <a:xfrm>
          <a:off x="5229216" y="2084036"/>
          <a:ext cx="215898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• Reproductibilité pour d’autres domaines (livres, musique, e-learning).</a:t>
          </a:r>
        </a:p>
      </dsp:txBody>
      <dsp:txXfrm>
        <a:off x="5229216" y="2084036"/>
        <a:ext cx="2158987" cy="72000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CC08A2-0B76-4DA6-A36D-F2DFD1E791C2}">
      <dsp:nvSpPr>
        <dsp:cNvPr id="0" name=""/>
        <dsp:cNvSpPr/>
      </dsp:nvSpPr>
      <dsp:spPr>
        <a:xfrm>
          <a:off x="0" y="2826"/>
          <a:ext cx="7543800" cy="6020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5433D0A-92CA-46C6-BE2B-0E4A3CA78D51}">
      <dsp:nvSpPr>
        <dsp:cNvPr id="0" name=""/>
        <dsp:cNvSpPr/>
      </dsp:nvSpPr>
      <dsp:spPr>
        <a:xfrm>
          <a:off x="182114" y="138283"/>
          <a:ext cx="331117" cy="33111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63A6CF-71A9-4A3E-8B4F-5244DC2ABAD2}">
      <dsp:nvSpPr>
        <dsp:cNvPr id="0" name=""/>
        <dsp:cNvSpPr/>
      </dsp:nvSpPr>
      <dsp:spPr>
        <a:xfrm>
          <a:off x="695346" y="2826"/>
          <a:ext cx="6848453" cy="602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15" tIns="63715" rIns="63715" bIns="637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Projet réalisé par : Rodolphe CHARLES</a:t>
          </a:r>
        </a:p>
      </dsp:txBody>
      <dsp:txXfrm>
        <a:off x="695346" y="2826"/>
        <a:ext cx="6848453" cy="602032"/>
      </dsp:txXfrm>
    </dsp:sp>
    <dsp:sp modelId="{A80A86DD-02B1-42FA-88FF-42FA407FD092}">
      <dsp:nvSpPr>
        <dsp:cNvPr id="0" name=""/>
        <dsp:cNvSpPr/>
      </dsp:nvSpPr>
      <dsp:spPr>
        <a:xfrm>
          <a:off x="0" y="755366"/>
          <a:ext cx="7543800" cy="6020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34ECE1-52FA-4E97-A2CA-651EC4C65DC8}">
      <dsp:nvSpPr>
        <dsp:cNvPr id="0" name=""/>
        <dsp:cNvSpPr/>
      </dsp:nvSpPr>
      <dsp:spPr>
        <a:xfrm>
          <a:off x="182114" y="890823"/>
          <a:ext cx="331117" cy="33111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A9A785-3B23-4487-AB20-44DBA0D66CF8}">
      <dsp:nvSpPr>
        <dsp:cNvPr id="0" name=""/>
        <dsp:cNvSpPr/>
      </dsp:nvSpPr>
      <dsp:spPr>
        <a:xfrm>
          <a:off x="695346" y="755366"/>
          <a:ext cx="6848453" cy="602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15" tIns="63715" rIns="63715" bIns="637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Programme : Data Science &amp; Intelligence Artificielle</a:t>
          </a:r>
          <a:r>
            <a:rPr lang="fr-FR" sz="1800" kern="1200"/>
            <a:t> -AKADEMI</a:t>
          </a:r>
          <a:endParaRPr lang="en-US" sz="1800" kern="1200"/>
        </a:p>
      </dsp:txBody>
      <dsp:txXfrm>
        <a:off x="695346" y="755366"/>
        <a:ext cx="6848453" cy="602032"/>
      </dsp:txXfrm>
    </dsp:sp>
    <dsp:sp modelId="{1E6FC480-2822-4EC4-825F-3340B64F89E9}">
      <dsp:nvSpPr>
        <dsp:cNvPr id="0" name=""/>
        <dsp:cNvSpPr/>
      </dsp:nvSpPr>
      <dsp:spPr>
        <a:xfrm>
          <a:off x="0" y="1507906"/>
          <a:ext cx="7543800" cy="6020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9C1BE8-20A3-4F40-91B3-9D2DE8729022}">
      <dsp:nvSpPr>
        <dsp:cNvPr id="0" name=""/>
        <dsp:cNvSpPr/>
      </dsp:nvSpPr>
      <dsp:spPr>
        <a:xfrm>
          <a:off x="182114" y="1643363"/>
          <a:ext cx="331117" cy="33111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A09F56-78FD-4846-81CC-53135ADB2C1E}">
      <dsp:nvSpPr>
        <dsp:cNvPr id="0" name=""/>
        <dsp:cNvSpPr/>
      </dsp:nvSpPr>
      <dsp:spPr>
        <a:xfrm>
          <a:off x="695346" y="1507906"/>
          <a:ext cx="6848453" cy="602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15" tIns="63715" rIns="63715" bIns="637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HT" sz="1800" kern="1200"/>
            <a:t>Instructeurs: </a:t>
          </a:r>
          <a:r>
            <a:rPr lang="en-US" sz="1800" kern="1200"/>
            <a:t>M. Wedter Jerome &amp;  M. Geovany Batista</a:t>
          </a:r>
          <a:r>
            <a:rPr lang="fr-FR" sz="1800" kern="1200"/>
            <a:t> Laguerre</a:t>
          </a:r>
          <a:endParaRPr lang="en-US" sz="1800" kern="1200"/>
        </a:p>
      </dsp:txBody>
      <dsp:txXfrm>
        <a:off x="695346" y="1507906"/>
        <a:ext cx="6848453" cy="602032"/>
      </dsp:txXfrm>
    </dsp:sp>
    <dsp:sp modelId="{85697AB1-1AE2-41FC-8BA2-AFBC8BB83A40}">
      <dsp:nvSpPr>
        <dsp:cNvPr id="0" name=""/>
        <dsp:cNvSpPr/>
      </dsp:nvSpPr>
      <dsp:spPr>
        <a:xfrm>
          <a:off x="0" y="2260446"/>
          <a:ext cx="7543800" cy="6020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830F0E-4DC1-410F-9523-FC8D2EE7B6A7}">
      <dsp:nvSpPr>
        <dsp:cNvPr id="0" name=""/>
        <dsp:cNvSpPr/>
      </dsp:nvSpPr>
      <dsp:spPr>
        <a:xfrm>
          <a:off x="182114" y="2395903"/>
          <a:ext cx="331117" cy="33111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43C97E-2BCA-4DF2-A226-B38F6E87ADCC}">
      <dsp:nvSpPr>
        <dsp:cNvPr id="0" name=""/>
        <dsp:cNvSpPr/>
      </dsp:nvSpPr>
      <dsp:spPr>
        <a:xfrm>
          <a:off x="695346" y="2260446"/>
          <a:ext cx="6848453" cy="602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15" tIns="63715" rIns="63715" bIns="637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Octobre 202</a:t>
          </a:r>
          <a:r>
            <a:rPr lang="fr-FR" sz="1800" kern="1200" dirty="0"/>
            <a:t>5</a:t>
          </a:r>
          <a:endParaRPr lang="en-US" sz="1800" kern="1200" dirty="0"/>
        </a:p>
      </dsp:txBody>
      <dsp:txXfrm>
        <a:off x="695346" y="2260446"/>
        <a:ext cx="6848453" cy="602032"/>
      </dsp:txXfrm>
    </dsp:sp>
    <dsp:sp modelId="{FC0D0022-9854-4C68-AB10-F957C8EF5654}">
      <dsp:nvSpPr>
        <dsp:cNvPr id="0" name=""/>
        <dsp:cNvSpPr/>
      </dsp:nvSpPr>
      <dsp:spPr>
        <a:xfrm>
          <a:off x="0" y="3012986"/>
          <a:ext cx="7543800" cy="60203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72F300-F87D-4855-A814-1D2F17DD64C2}">
      <dsp:nvSpPr>
        <dsp:cNvPr id="0" name=""/>
        <dsp:cNvSpPr/>
      </dsp:nvSpPr>
      <dsp:spPr>
        <a:xfrm>
          <a:off x="182114" y="3148443"/>
          <a:ext cx="331117" cy="33111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E1108-259A-4095-9428-35B3C87C92ED}">
      <dsp:nvSpPr>
        <dsp:cNvPr id="0" name=""/>
        <dsp:cNvSpPr/>
      </dsp:nvSpPr>
      <dsp:spPr>
        <a:xfrm>
          <a:off x="695346" y="3012986"/>
          <a:ext cx="6848453" cy="60203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3715" tIns="63715" rIns="63715" bIns="63715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🔗 LinkedIn : www.linkedin.com/in/rodolphecharles</a:t>
          </a:r>
        </a:p>
      </dsp:txBody>
      <dsp:txXfrm>
        <a:off x="695346" y="3012986"/>
        <a:ext cx="6848453" cy="60203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9739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6924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729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5244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443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205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21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084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80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606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400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9121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  <p:sldLayoutId id="2147483952" r:id="rId2"/>
    <p:sldLayoutId id="2147483953" r:id="rId3"/>
    <p:sldLayoutId id="2147483954" r:id="rId4"/>
    <p:sldLayoutId id="2147483955" r:id="rId5"/>
    <p:sldLayoutId id="2147483956" r:id="rId6"/>
    <p:sldLayoutId id="2147483957" r:id="rId7"/>
    <p:sldLayoutId id="2147483958" r:id="rId8"/>
    <p:sldLayoutId id="2147483959" r:id="rId9"/>
    <p:sldLayoutId id="2147483960" r:id="rId10"/>
    <p:sldLayoutId id="214748396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3.wdp"/><Relationship Id="rId3" Type="http://schemas.openxmlformats.org/officeDocument/2006/relationships/diagramLayout" Target="../diagrams/layout1.xml"/><Relationship Id="rId7" Type="http://schemas.openxmlformats.org/officeDocument/2006/relationships/image" Target="../media/image5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microsoft.com/office/2007/relationships/hdphoto" Target="../media/hdphoto2.wdp"/><Relationship Id="rId7" Type="http://schemas.openxmlformats.org/officeDocument/2006/relationships/diagramColors" Target="../diagrams/colors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7" Type="http://schemas.openxmlformats.org/officeDocument/2006/relationships/image" Target="../media/image23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7" Type="http://schemas.openxmlformats.org/officeDocument/2006/relationships/image" Target="../media/image25.png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31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sz="3200" dirty="0" err="1">
                <a:latin typeface="Aharoni" panose="02010803020104030203" pitchFamily="2" charset="-79"/>
                <a:cs typeface="Aharoni" panose="02010803020104030203" pitchFamily="2" charset="-79"/>
              </a:rPr>
              <a:t>Projet</a:t>
            </a:r>
            <a:r>
              <a:rPr sz="3200" dirty="0">
                <a:latin typeface="Aharoni" panose="02010803020104030203" pitchFamily="2" charset="-79"/>
                <a:cs typeface="Aharoni" panose="02010803020104030203" pitchFamily="2" charset="-79"/>
              </a:rPr>
              <a:t> Phase 4 : Système de </a:t>
            </a:r>
            <a:r>
              <a:rPr sz="3200" dirty="0" err="1">
                <a:latin typeface="Aharoni" panose="02010803020104030203" pitchFamily="2" charset="-79"/>
                <a:cs typeface="Aharoni" panose="02010803020104030203" pitchFamily="2" charset="-79"/>
              </a:rPr>
              <a:t>recommandation</a:t>
            </a:r>
            <a:r>
              <a:rPr sz="3200" dirty="0">
                <a:latin typeface="Aharoni" panose="02010803020104030203" pitchFamily="2" charset="-79"/>
                <a:cs typeface="Aharoni" panose="02010803020104030203" pitchFamily="2" charset="-79"/>
              </a:rPr>
              <a:t> de films (MovieLens)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ECA9D1F2-8F21-3886-E28E-A39E6570B2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1010156"/>
              </p:ext>
            </p:extLst>
          </p:nvPr>
        </p:nvGraphicFramePr>
        <p:xfrm>
          <a:off x="752168" y="3035710"/>
          <a:ext cx="7320116" cy="265716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D2B2D1AF-1C09-9958-F86F-E6F2F7BE2708}"/>
              </a:ext>
            </a:extLst>
          </p:cNvPr>
          <p:cNvSpPr txBox="1">
            <a:spLocks/>
          </p:cNvSpPr>
          <p:nvPr/>
        </p:nvSpPr>
        <p:spPr>
          <a:xfrm>
            <a:off x="1001661" y="2235025"/>
            <a:ext cx="7140678" cy="75396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3600" dirty="0">
                <a:latin typeface="Aharoni" panose="02010803020104030203" pitchFamily="2" charset="-79"/>
                <a:cs typeface="Aharoni" panose="02010803020104030203" pitchFamily="2" charset="-79"/>
              </a:rPr>
              <a:t>AKADEMI</a:t>
            </a:r>
          </a:p>
        </p:txBody>
      </p:sp>
      <p:pic>
        <p:nvPicPr>
          <p:cNvPr id="5" name="Picture 6" descr="Background blue film reel : résultats (9,4 mille) d'images libres de  droits, de photos de stock et d'illustrations | Shutterstock">
            <a:extLst>
              <a:ext uri="{FF2B5EF4-FFF2-40B4-BE49-F238E27FC236}">
                <a16:creationId xmlns:a16="http://schemas.microsoft.com/office/drawing/2014/main" id="{60464775-0172-0FEC-10BD-A4E4E86250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alphaModFix amt="35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bright="-20000"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b="7065"/>
          <a:stretch>
            <a:fillRect/>
          </a:stretch>
        </p:blipFill>
        <p:spPr bwMode="auto">
          <a:xfrm>
            <a:off x="0" y="-1"/>
            <a:ext cx="9144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Contexte et justification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FD711E9-7F79-40A9-8D9E-4AE293C154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2013293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7" name="Content Placeholder 2">
            <a:extLst>
              <a:ext uri="{FF2B5EF4-FFF2-40B4-BE49-F238E27FC236}">
                <a16:creationId xmlns:a16="http://schemas.microsoft.com/office/drawing/2014/main" id="{E646FD8A-86A8-E2B1-47C5-D0BC021667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25186841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9045" y="329184"/>
            <a:ext cx="4502609" cy="962971"/>
          </a:xfrm>
        </p:spPr>
        <p:txBody>
          <a:bodyPr anchor="b">
            <a:normAutofit fontScale="90000"/>
          </a:bodyPr>
          <a:lstStyle/>
          <a:p>
            <a:r>
              <a:rPr lang="fr-HT" sz="4700" dirty="0">
                <a:latin typeface="Aharoni" panose="02010803020104030203" pitchFamily="2" charset="-79"/>
                <a:cs typeface="Aharoni" panose="02010803020104030203" pitchFamily="2" charset="-79"/>
              </a:rPr>
              <a:t>Objectif général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1900" dirty="0">
                <a:latin typeface="Aharoni" panose="02010803020104030203" pitchFamily="2" charset="-79"/>
                <a:cs typeface="Aharoni" panose="02010803020104030203" pitchFamily="2" charset="-79"/>
              </a:rPr>
              <a:t>Concevoir un système de recommandation de films fondé sur la segmentation et la modélisation collaborative.</a:t>
            </a:r>
          </a:p>
        </p:txBody>
      </p:sp>
      <p:pic>
        <p:nvPicPr>
          <p:cNvPr id="5" name="Picture 4" descr="Gros plan de l'objectif de l'appareil photo">
            <a:extLst>
              <a:ext uri="{FF2B5EF4-FFF2-40B4-BE49-F238E27FC236}">
                <a16:creationId xmlns:a16="http://schemas.microsoft.com/office/drawing/2014/main" id="{6CBFFE12-68C7-F4FC-DB43-3EF2BF4C127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387" r="17742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Objectifs spécifiques</a:t>
            </a:r>
          </a:p>
        </p:txBody>
      </p:sp>
      <p:pic>
        <p:nvPicPr>
          <p:cNvPr id="17" name="Picture 4" descr="Loupe montrant des performances en baisse">
            <a:extLst>
              <a:ext uri="{FF2B5EF4-FFF2-40B4-BE49-F238E27FC236}">
                <a16:creationId xmlns:a16="http://schemas.microsoft.com/office/drawing/2014/main" id="{C9BBF03A-DD2B-7FF9-0A23-8B0283625B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219" r="36752"/>
          <a:stretch>
            <a:fillRect/>
          </a:stretch>
        </p:blipFill>
        <p:spPr>
          <a:xfrm>
            <a:off x="797956" y="2193036"/>
            <a:ext cx="3579876" cy="3980688"/>
          </a:xfrm>
          <a:prstGeom prst="rect">
            <a:avLst/>
          </a:prstGeom>
        </p:spPr>
      </p:pic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766310" y="2121408"/>
            <a:ext cx="3579876" cy="4050792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Analyser les comportements utilisateurs.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Identifier les genres populaires.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Segmenter les utilisateurs (KMeans).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Comparer SVD et KNN.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Fournir des recommandations stratégiques</a:t>
            </a:r>
            <a:r>
              <a:rPr lang="fr-FR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7" y="640831"/>
            <a:ext cx="2514096" cy="1573863"/>
          </a:xfrm>
        </p:spPr>
        <p:txBody>
          <a:bodyPr>
            <a:normAutofit/>
          </a:bodyPr>
          <a:lstStyle/>
          <a:p>
            <a:pPr algn="l"/>
            <a:r>
              <a:rPr lang="fr-HT" sz="2000">
                <a:latin typeface="Aharoni" panose="02010803020104030203" pitchFamily="2" charset="-79"/>
                <a:cs typeface="Aharoni" panose="02010803020104030203" pitchFamily="2" charset="-79"/>
              </a:rPr>
              <a:t>Problématique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597" y="2367092"/>
            <a:ext cx="2514096" cy="388130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fr-FR" sz="1600">
                <a:latin typeface="Aharoni" panose="02010803020104030203" pitchFamily="2" charset="-79"/>
                <a:cs typeface="Aharoni" panose="02010803020104030203" pitchFamily="2" charset="-79"/>
              </a:rPr>
              <a:t>Comment prédire avec précision les préférences des utilisateurs tout en intégrant leur comportement et la similarité entre profils ?</a:t>
            </a:r>
          </a:p>
        </p:txBody>
      </p:sp>
      <p:pic>
        <p:nvPicPr>
          <p:cNvPr id="5" name="Picture 4" descr="Personne tenant une pièce de puzzle">
            <a:extLst>
              <a:ext uri="{FF2B5EF4-FFF2-40B4-BE49-F238E27FC236}">
                <a16:creationId xmlns:a16="http://schemas.microsoft.com/office/drawing/2014/main" id="{46956B09-F02B-887E-81AE-6CC562E23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378" r="22206" b="-1"/>
          <a:stretch>
            <a:fillRect/>
          </a:stretch>
        </p:blipFill>
        <p:spPr>
          <a:xfrm>
            <a:off x="3534631" y="10"/>
            <a:ext cx="5609368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8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2597" y="640831"/>
            <a:ext cx="2514096" cy="1573863"/>
          </a:xfrm>
        </p:spPr>
        <p:txBody>
          <a:bodyPr>
            <a:normAutofit/>
          </a:bodyPr>
          <a:lstStyle/>
          <a:p>
            <a:pPr algn="l"/>
            <a:r>
              <a:rPr lang="fr-HT" sz="1700">
                <a:latin typeface="Aharoni" panose="02010803020104030203" pitchFamily="2" charset="-79"/>
                <a:cs typeface="Aharoni" panose="02010803020104030203" pitchFamily="2" charset="-79"/>
              </a:rPr>
              <a:t>Cadre </a:t>
            </a:r>
            <a:r>
              <a:rPr lang="fr-HT" sz="1700" err="1">
                <a:latin typeface="Aharoni" panose="02010803020104030203" pitchFamily="2" charset="-79"/>
                <a:cs typeface="Aharoni" panose="02010803020104030203" pitchFamily="2" charset="-79"/>
              </a:rPr>
              <a:t>conceptuel</a:t>
            </a:r>
            <a:r>
              <a:rPr lang="fr-HT" sz="1700">
                <a:latin typeface="Aharoni" panose="02010803020104030203" pitchFamily="2" charset="-79"/>
                <a:cs typeface="Aharoni" panose="02010803020104030203" pitchFamily="2" charset="-79"/>
              </a:rPr>
              <a:t> et </a:t>
            </a:r>
            <a:r>
              <a:rPr lang="fr-HT" sz="1700" err="1">
                <a:latin typeface="Aharoni" panose="02010803020104030203" pitchFamily="2" charset="-79"/>
                <a:cs typeface="Aharoni" panose="02010803020104030203" pitchFamily="2" charset="-79"/>
              </a:rPr>
              <a:t>méthodologique</a:t>
            </a:r>
            <a:endParaRPr lang="fr-HT" sz="170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597" y="2367092"/>
            <a:ext cx="2514096" cy="388130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fr-HT" sz="1500">
                <a:latin typeface="Aharoni" panose="02010803020104030203" pitchFamily="2" charset="-79"/>
                <a:cs typeface="Aharoni" panose="02010803020104030203" pitchFamily="2" charset="-79"/>
              </a:rPr>
              <a:t>Concepts clés 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HT" sz="1500">
                <a:latin typeface="Aharoni" panose="02010803020104030203" pitchFamily="2" charset="-79"/>
                <a:cs typeface="Aharoni" panose="02010803020104030203" pitchFamily="2" charset="-79"/>
              </a:rPr>
              <a:t>- Filtrage collaboratif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HT" sz="1500">
                <a:latin typeface="Aharoni" panose="02010803020104030203" pitchFamily="2" charset="-79"/>
                <a:cs typeface="Aharoni" panose="02010803020104030203" pitchFamily="2" charset="-79"/>
              </a:rPr>
              <a:t>- Clustering non supervisé (KMeans)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fr-HT" sz="1500">
                <a:latin typeface="Aharoni" panose="02010803020104030203" pitchFamily="2" charset="-79"/>
                <a:cs typeface="Aharoni" panose="02010803020104030203" pitchFamily="2" charset="-79"/>
              </a:rPr>
              <a:t>- Indicateurs RMSE, MAE</a:t>
            </a:r>
          </a:p>
          <a:p>
            <a:pPr marL="0" indent="0">
              <a:lnSpc>
                <a:spcPct val="110000"/>
              </a:lnSpc>
              <a:buNone/>
            </a:pPr>
            <a:endParaRPr lang="fr-HT" sz="1500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>
              <a:lnSpc>
                <a:spcPct val="110000"/>
              </a:lnSpc>
              <a:buFont typeface="Wingdings" panose="05000000000000000000" pitchFamily="2" charset="2"/>
              <a:buChar char="Ø"/>
            </a:pPr>
            <a:r>
              <a:rPr lang="fr-HT" sz="1500">
                <a:latin typeface="Aharoni" panose="02010803020104030203" pitchFamily="2" charset="-79"/>
                <a:cs typeface="Aharoni" panose="02010803020104030203" pitchFamily="2" charset="-79"/>
              </a:rPr>
              <a:t>Étapes : nettoyage, EDA, segmentation, modélisation, recommandations.</a:t>
            </a:r>
          </a:p>
        </p:txBody>
      </p:sp>
      <p:pic>
        <p:nvPicPr>
          <p:cNvPr id="5" name="Picture 4" descr="Dessins sur du papier en couleur">
            <a:extLst>
              <a:ext uri="{FF2B5EF4-FFF2-40B4-BE49-F238E27FC236}">
                <a16:creationId xmlns:a16="http://schemas.microsoft.com/office/drawing/2014/main" id="{08F610F8-9265-32BD-C318-3B57AC77B2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73" r="32830" b="-1"/>
          <a:stretch>
            <a:fillRect/>
          </a:stretch>
        </p:blipFill>
        <p:spPr>
          <a:xfrm>
            <a:off x="3534631" y="10"/>
            <a:ext cx="5609368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fr-FR" sz="2400" dirty="0">
                <a:latin typeface="Aharoni" panose="02010803020104030203" pitchFamily="2" charset="-79"/>
                <a:cs typeface="Aharoni" panose="02010803020104030203" pitchFamily="2" charset="-79"/>
              </a:rPr>
              <a:t>Description des jeux de données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9F35F2-7D3D-B65B-1506-B60113E754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87930615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fr-HT" sz="3500">
                <a:latin typeface="Aharoni" panose="02010803020104030203" pitchFamily="2" charset="-79"/>
                <a:cs typeface="Aharoni" panose="02010803020104030203" pitchFamily="2" charset="-79"/>
              </a:rPr>
              <a:t>Analyse exploratoire (EDA)</a:t>
            </a:r>
            <a:endParaRPr lang="fr-HT" sz="3500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36477BB-49EF-6A2E-424F-D6952C997E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100138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D9E4FD0-ADDC-C4EE-07E7-FC43B1D6EF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l" defTabSz="914400">
              <a:lnSpc>
                <a:spcPct val="90000"/>
              </a:lnSpc>
            </a:pP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Moyenne des notes : entre 3 et 4</a:t>
            </a:r>
            <a:b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&amp;</a:t>
            </a:r>
            <a:b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1600" kern="1200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Corrélation</a:t>
            </a: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en-US" sz="1600" kern="1200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faible</a:t>
            </a: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entre </a:t>
            </a:r>
            <a:r>
              <a:rPr lang="en-US" sz="1600" kern="1200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popularité</a:t>
            </a: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et satisfaction</a:t>
            </a:r>
            <a:b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C9D2F3-7678-9FA6-E63B-F1A400B5BE1D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2994543101"/>
              </p:ext>
            </p:extLst>
          </p:nvPr>
        </p:nvGraphicFramePr>
        <p:xfrm>
          <a:off x="3490721" y="226142"/>
          <a:ext cx="5403588" cy="234991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" name="Image 11">
            <a:extLst>
              <a:ext uri="{FF2B5EF4-FFF2-40B4-BE49-F238E27FC236}">
                <a16:creationId xmlns:a16="http://schemas.microsoft.com/office/drawing/2014/main" id="{1F351DD5-D0A0-E963-6015-424A2A701FF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3201" y="2758472"/>
            <a:ext cx="7943211" cy="3491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019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93BD9A4-91A6-81E3-662B-6BA983155B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853FF0-73D5-5C69-BFEF-30C4BB809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3202" y="502920"/>
            <a:ext cx="2564892" cy="146304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1600" kern="1200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Comportements</a:t>
            </a: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des </a:t>
            </a:r>
            <a:r>
              <a:rPr lang="en-US" sz="1600" kern="1200" dirty="0" err="1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utilisateurs</a:t>
            </a:r>
            <a:b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&amp;</a:t>
            </a:r>
            <a:b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</a:br>
            <a:r>
              <a:rPr lang="en-US" sz="1600" kern="1200" dirty="0">
                <a:solidFill>
                  <a:schemeClr val="tx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Genres dominants : Drama, Comedy</a:t>
            </a:r>
            <a:br>
              <a:rPr lang="en-US" sz="14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endParaRPr lang="en-US" sz="14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AA6581-E893-9745-37CF-42A0D573FFC2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3550974789"/>
              </p:ext>
            </p:extLst>
          </p:nvPr>
        </p:nvGraphicFramePr>
        <p:xfrm>
          <a:off x="3538728" y="235974"/>
          <a:ext cx="5335523" cy="24924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" name="Espace réservé du contenu 7">
            <a:extLst>
              <a:ext uri="{FF2B5EF4-FFF2-40B4-BE49-F238E27FC236}">
                <a16:creationId xmlns:a16="http://schemas.microsoft.com/office/drawing/2014/main" id="{91580381-BC85-4244-FE5A-AA12D8405D68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7"/>
          <a:stretch>
            <a:fillRect/>
          </a:stretch>
        </p:blipFill>
        <p:spPr>
          <a:xfrm>
            <a:off x="473202" y="2817162"/>
            <a:ext cx="8188452" cy="3426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5213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 dirty="0"/>
              <a:t>Segmentation des utilisateurs (</a:t>
            </a:r>
            <a:r>
              <a:rPr lang="fr-HT" dirty="0" err="1"/>
              <a:t>KMeans</a:t>
            </a:r>
            <a:r>
              <a:rPr lang="fr-HT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310" y="2121408"/>
            <a:ext cx="3579876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Variables : moyenne des notes, nombre de notes.</a:t>
            </a:r>
          </a:p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Nombre optimal de clusters : 5</a:t>
            </a:r>
          </a:p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Clusters :</a:t>
            </a:r>
          </a:p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0. Enthousiastes peu actifs</a:t>
            </a:r>
          </a:p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1. Actifs modérés</a:t>
            </a:r>
          </a:p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2. Moyens équilibrés</a:t>
            </a:r>
          </a:p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3. Sélectifs exigeants</a:t>
            </a:r>
          </a:p>
          <a:p>
            <a:pPr marL="0" indent="0">
              <a:buNone/>
            </a:pPr>
            <a:r>
              <a:rPr lang="fr-FR" dirty="0">
                <a:latin typeface="Aharoni" panose="02010803020104030203" pitchFamily="2" charset="-79"/>
                <a:cs typeface="Aharoni" panose="02010803020104030203" pitchFamily="2" charset="-79"/>
              </a:rPr>
              <a:t>4. Power </a:t>
            </a:r>
            <a:r>
              <a:rPr lang="fr-FR" dirty="0" err="1">
                <a:latin typeface="Aharoni" panose="02010803020104030203" pitchFamily="2" charset="-79"/>
                <a:cs typeface="Aharoni" panose="02010803020104030203" pitchFamily="2" charset="-79"/>
              </a:rPr>
              <a:t>Users</a:t>
            </a:r>
            <a:endParaRPr lang="fr-FR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4A0269A6-6791-9C9C-42B3-271422AB36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799" y="2408903"/>
            <a:ext cx="4289201" cy="304533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73321" y="329184"/>
            <a:ext cx="4688333" cy="1783080"/>
          </a:xfrm>
        </p:spPr>
        <p:txBody>
          <a:bodyPr anchor="b">
            <a:normAutofit/>
          </a:bodyPr>
          <a:lstStyle/>
          <a:p>
            <a:r>
              <a:rPr lang="fr-HT" sz="4700">
                <a:latin typeface="Aharoni" panose="02010803020104030203" pitchFamily="2" charset="-79"/>
                <a:cs typeface="Aharoni" panose="02010803020104030203" pitchFamily="2" charset="-79"/>
              </a:rPr>
              <a:t>Modélisation – SVD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3321" y="2706624"/>
            <a:ext cx="4688333" cy="3483864"/>
          </a:xfrm>
        </p:spPr>
        <p:txBody>
          <a:bodyPr>
            <a:normAutofit/>
          </a:bodyPr>
          <a:lstStyle/>
          <a:p>
            <a:r>
              <a:rPr lang="fr-FR" sz="1900">
                <a:latin typeface="Aharoni" panose="02010803020104030203" pitchFamily="2" charset="-79"/>
                <a:cs typeface="Aharoni" panose="02010803020104030203" pitchFamily="2" charset="-79"/>
              </a:rPr>
              <a:t>Méthode de décomposition factorielle (Truncated SVD)</a:t>
            </a:r>
          </a:p>
          <a:p>
            <a:r>
              <a:rPr lang="fr-FR" sz="1900">
                <a:latin typeface="Aharoni" panose="02010803020104030203" pitchFamily="2" charset="-79"/>
                <a:cs typeface="Aharoni" panose="02010803020104030203" pitchFamily="2" charset="-79"/>
              </a:rPr>
              <a:t>RMSE = 2.36 | MAE = 1.98</a:t>
            </a:r>
          </a:p>
          <a:p>
            <a:r>
              <a:rPr lang="fr-FR" sz="1900">
                <a:latin typeface="Aharoni" panose="02010803020104030203" pitchFamily="2" charset="-79"/>
                <a:cs typeface="Aharoni" panose="02010803020104030203" pitchFamily="2" charset="-79"/>
              </a:rPr>
              <a:t>Bonne vision globale mais précision moyenne.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7468F-3526-73E2-ED4D-DBB7C6CD429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272" r="43078"/>
          <a:stretch>
            <a:fillRect/>
          </a:stretch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Modélisation – KNN (User-Based)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766310" y="2121408"/>
            <a:ext cx="3579876" cy="4050792"/>
          </a:xfrm>
        </p:spPr>
        <p:txBody>
          <a:bodyPr>
            <a:normAutofit/>
          </a:bodyPr>
          <a:lstStyle/>
          <a:p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Basé sur la similarité entre utilisateurs</a:t>
            </a:r>
          </a:p>
          <a:p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RMSE = 1.48 | MAE = 1.26</a:t>
            </a:r>
          </a:p>
          <a:p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Plus précis, simple et interprétable.</a:t>
            </a:r>
          </a:p>
        </p:txBody>
      </p:sp>
      <p:pic>
        <p:nvPicPr>
          <p:cNvPr id="19" name="Graphic 6" descr="Statistiques">
            <a:extLst>
              <a:ext uri="{FF2B5EF4-FFF2-40B4-BE49-F238E27FC236}">
                <a16:creationId xmlns:a16="http://schemas.microsoft.com/office/drawing/2014/main" id="{F278CA17-A7A1-BCB2-725F-80FBD6FFE4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7956" y="2393442"/>
            <a:ext cx="3579876" cy="357987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Comparaison des modèles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310" y="2121408"/>
            <a:ext cx="3579876" cy="4050792"/>
          </a:xfrm>
        </p:spPr>
        <p:txBody>
          <a:bodyPr>
            <a:normAutofit/>
          </a:bodyPr>
          <a:lstStyle/>
          <a:p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SVD : RMSE=2.36, MAE=1.98 → Moins précis</a:t>
            </a:r>
          </a:p>
          <a:p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KNN : RMSE=1.48, MAE=1.26 → Meilleur modèle</a:t>
            </a:r>
          </a:p>
          <a:p>
            <a:endParaRPr lang="fr-FR"/>
          </a:p>
          <a:p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Conclusion : KNN surpasse SVD en performance et cohérence.</a:t>
            </a:r>
          </a:p>
        </p:txBody>
      </p:sp>
      <p:pic>
        <p:nvPicPr>
          <p:cNvPr id="5" name="Image 4" descr="Une image contenant texte, capture d’écran, Rectangle&#10;&#10;Le contenu généré par l’IA peut être incorrect.">
            <a:extLst>
              <a:ext uri="{FF2B5EF4-FFF2-40B4-BE49-F238E27FC236}">
                <a16:creationId xmlns:a16="http://schemas.microsoft.com/office/drawing/2014/main" id="{056EC59E-F6AF-1160-1E79-DD71878F92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58" r="17760" b="1"/>
          <a:stretch>
            <a:fillRect/>
          </a:stretch>
        </p:blipFill>
        <p:spPr>
          <a:xfrm>
            <a:off x="797956" y="2716376"/>
            <a:ext cx="3579876" cy="293400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Exemple de recommandations (SVD)</a:t>
            </a:r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069838A6-3F24-A1A0-9909-CA04A0E52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01443953"/>
              </p:ext>
            </p:extLst>
          </p:nvPr>
        </p:nvGraphicFramePr>
        <p:xfrm>
          <a:off x="4766310" y="2121408"/>
          <a:ext cx="3579876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5" name="Image 4">
            <a:extLst>
              <a:ext uri="{FF2B5EF4-FFF2-40B4-BE49-F238E27FC236}">
                <a16:creationId xmlns:a16="http://schemas.microsoft.com/office/drawing/2014/main" id="{2CF5D351-1E90-11AD-AAB8-A8FE5BBA06A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7956" y="3163115"/>
            <a:ext cx="3579876" cy="204052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Résultats analytiques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310" y="2121408"/>
            <a:ext cx="3579876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• Segmentation claire (5 profils)</a:t>
            </a:r>
          </a:p>
          <a:p>
            <a:pPr marL="0" indent="0">
              <a:buNone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• Bonnes performances du KNN</a:t>
            </a:r>
          </a:p>
          <a:p>
            <a:pPr marL="0" indent="0">
              <a:buNone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• Visualisations explicatives (distributions, clusters, comparaisons).</a:t>
            </a:r>
          </a:p>
        </p:txBody>
      </p:sp>
      <p:pic>
        <p:nvPicPr>
          <p:cNvPr id="5" name="Picture 4" descr="Ligne d’indicateur en zigzag">
            <a:extLst>
              <a:ext uri="{FF2B5EF4-FFF2-40B4-BE49-F238E27FC236}">
                <a16:creationId xmlns:a16="http://schemas.microsoft.com/office/drawing/2014/main" id="{21898B9B-9E15-7333-D70C-36FE8253883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63" r="22408"/>
          <a:stretch>
            <a:fillRect/>
          </a:stretch>
        </p:blipFill>
        <p:spPr>
          <a:xfrm>
            <a:off x="797956" y="2193036"/>
            <a:ext cx="3579876" cy="398068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Résultats opérationnels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310" y="2121408"/>
            <a:ext cx="3579876" cy="40507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• Pipeline </a:t>
            </a:r>
            <a:r>
              <a:rPr lang="fr-FR" err="1">
                <a:latin typeface="Aharoni" panose="02010803020104030203" pitchFamily="2" charset="-79"/>
                <a:cs typeface="Aharoni" panose="02010803020104030203" pitchFamily="2" charset="-79"/>
              </a:rPr>
              <a:t>complet</a:t>
            </a: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de </a:t>
            </a:r>
            <a:r>
              <a:rPr lang="fr-FR" err="1">
                <a:latin typeface="Aharoni" panose="02010803020104030203" pitchFamily="2" charset="-79"/>
                <a:cs typeface="Aharoni" panose="02010803020104030203" pitchFamily="2" charset="-79"/>
              </a:rPr>
              <a:t>recommandation</a:t>
            </a:r>
            <a:endParaRPr lang="fr-FR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• Base </a:t>
            </a:r>
            <a:r>
              <a:rPr lang="fr-FR" err="1">
                <a:latin typeface="Aharoni" panose="02010803020104030203" pitchFamily="2" charset="-79"/>
                <a:cs typeface="Aharoni" panose="02010803020104030203" pitchFamily="2" charset="-79"/>
              </a:rPr>
              <a:t>enrichie</a:t>
            </a: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pour la </a:t>
            </a:r>
            <a:r>
              <a:rPr lang="fr-FR" err="1">
                <a:latin typeface="Aharoni" panose="02010803020104030203" pitchFamily="2" charset="-79"/>
                <a:cs typeface="Aharoni" panose="02010803020104030203" pitchFamily="2" charset="-79"/>
              </a:rPr>
              <a:t>personnalisation</a:t>
            </a:r>
            <a:endParaRPr lang="fr-FR">
              <a:latin typeface="Aharoni" panose="02010803020104030203" pitchFamily="2" charset="-79"/>
              <a:cs typeface="Aharoni" panose="02010803020104030203" pitchFamily="2" charset="-79"/>
            </a:endParaRPr>
          </a:p>
          <a:p>
            <a:pPr marL="0" indent="0">
              <a:buNone/>
            </a:pP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• </a:t>
            </a:r>
            <a:r>
              <a:rPr lang="fr-FR" err="1">
                <a:latin typeface="Aharoni" panose="02010803020104030203" pitchFamily="2" charset="-79"/>
                <a:cs typeface="Aharoni" panose="02010803020104030203" pitchFamily="2" charset="-79"/>
              </a:rPr>
              <a:t>Possibilité</a:t>
            </a: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de </a:t>
            </a:r>
            <a:r>
              <a:rPr lang="fr-FR" err="1">
                <a:latin typeface="Aharoni" panose="02010803020104030203" pitchFamily="2" charset="-79"/>
                <a:cs typeface="Aharoni" panose="02010803020104030203" pitchFamily="2" charset="-79"/>
              </a:rPr>
              <a:t>recommandation</a:t>
            </a: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lang="fr-FR" err="1">
                <a:latin typeface="Aharoni" panose="02010803020104030203" pitchFamily="2" charset="-79"/>
                <a:cs typeface="Aharoni" panose="02010803020104030203" pitchFamily="2" charset="-79"/>
              </a:rPr>
              <a:t>directe</a:t>
            </a:r>
            <a:r>
              <a:rPr lang="fr-FR">
                <a:latin typeface="Aharoni" panose="02010803020104030203" pitchFamily="2" charset="-79"/>
                <a:cs typeface="Aharoni" panose="02010803020104030203" pitchFamily="2" charset="-79"/>
              </a:rPr>
              <a:t> par cluster.</a:t>
            </a:r>
          </a:p>
        </p:txBody>
      </p:sp>
      <p:pic>
        <p:nvPicPr>
          <p:cNvPr id="5" name="Picture 4" descr="Couches vertes et jaunes">
            <a:extLst>
              <a:ext uri="{FF2B5EF4-FFF2-40B4-BE49-F238E27FC236}">
                <a16:creationId xmlns:a16="http://schemas.microsoft.com/office/drawing/2014/main" id="{B1BAFA01-2D72-5F69-B4B1-A3506A9CF5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832"/>
          <a:stretch>
            <a:fillRect/>
          </a:stretch>
        </p:blipFill>
        <p:spPr>
          <a:xfrm>
            <a:off x="797956" y="2840922"/>
            <a:ext cx="3579876" cy="268491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Impacts et retombées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B19F6B9-F733-D293-62D2-2FB6214136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5007436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0060" y="325369"/>
            <a:ext cx="3276451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fr-HT" sz="2600">
                <a:latin typeface="Aharoni" panose="02010803020104030203" pitchFamily="2" charset="-79"/>
                <a:cs typeface="Aharoni" panose="02010803020104030203" pitchFamily="2" charset="-79"/>
              </a:rPr>
              <a:t>Recommandations et perspectives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" y="2872899"/>
            <a:ext cx="3182691" cy="332066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fr-FR" sz="1900">
                <a:latin typeface="Aharoni" panose="02010803020104030203" pitchFamily="2" charset="-79"/>
                <a:cs typeface="Aharoni" panose="02010803020104030203" pitchFamily="2" charset="-79"/>
              </a:rPr>
              <a:t>Techniques : affiner SVD et KNN, enrichir les données externes.</a:t>
            </a:r>
          </a:p>
          <a:p>
            <a:pPr>
              <a:lnSpc>
                <a:spcPct val="90000"/>
              </a:lnSpc>
            </a:pPr>
            <a:r>
              <a:rPr lang="fr-FR" sz="1900">
                <a:latin typeface="Aharoni" panose="02010803020104030203" pitchFamily="2" charset="-79"/>
                <a:cs typeface="Aharoni" panose="02010803020104030203" pitchFamily="2" charset="-79"/>
              </a:rPr>
              <a:t>Analytiques : recommandations différenciées par cluster.</a:t>
            </a:r>
          </a:p>
          <a:p>
            <a:pPr>
              <a:lnSpc>
                <a:spcPct val="90000"/>
              </a:lnSpc>
            </a:pPr>
            <a:r>
              <a:rPr lang="fr-FR" sz="1900">
                <a:latin typeface="Aharoni" panose="02010803020104030203" pitchFamily="2" charset="-79"/>
                <a:cs typeface="Aharoni" panose="02010803020104030203" pitchFamily="2" charset="-79"/>
              </a:rPr>
              <a:t>Perspectives : modèle hybride, apprentissage temps réel, réseaux neuronaux.</a:t>
            </a:r>
          </a:p>
        </p:txBody>
      </p:sp>
      <p:pic>
        <p:nvPicPr>
          <p:cNvPr id="5" name="Picture 4" descr="lignes blanches 3D associées à des points">
            <a:extLst>
              <a:ext uri="{FF2B5EF4-FFF2-40B4-BE49-F238E27FC236}">
                <a16:creationId xmlns:a16="http://schemas.microsoft.com/office/drawing/2014/main" id="{522B3C0F-E480-5289-6ACA-F144B39C81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692" r="17171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6812" y="588166"/>
            <a:ext cx="3276451" cy="1124757"/>
          </a:xfrm>
        </p:spPr>
        <p:txBody>
          <a:bodyPr anchor="b">
            <a:normAutofit/>
          </a:bodyPr>
          <a:lstStyle/>
          <a:p>
            <a:r>
              <a:rPr lang="fr-HT" sz="3200" dirty="0">
                <a:latin typeface="Aharoni" panose="02010803020104030203" pitchFamily="2" charset="-79"/>
                <a:cs typeface="Aharoni" panose="02010803020104030203" pitchFamily="2" charset="-79"/>
              </a:rPr>
              <a:t>Conclusion finale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302" y="2740447"/>
            <a:ext cx="3276450" cy="3453120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latin typeface="Aharoni" panose="02010803020104030203" pitchFamily="2" charset="-79"/>
                <a:cs typeface="Aharoni" panose="02010803020104030203" pitchFamily="2" charset="-79"/>
              </a:rPr>
              <a:t>Le modèle KNN s’impose comme le plus performant.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latin typeface="Aharoni" panose="02010803020104030203" pitchFamily="2" charset="-79"/>
                <a:cs typeface="Aharoni" panose="02010803020104030203" pitchFamily="2" charset="-79"/>
              </a:rPr>
              <a:t>Le projet valide une méthodologie explicable et robuste.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fr-FR" sz="1800" dirty="0">
                <a:latin typeface="Aharoni" panose="02010803020104030203" pitchFamily="2" charset="-79"/>
                <a:cs typeface="Aharoni" panose="02010803020104030203" pitchFamily="2" charset="-79"/>
              </a:rPr>
              <a:t>Prochaine étape : système hybride et déploiement interactif.</a:t>
            </a:r>
          </a:p>
          <a:p>
            <a:pPr marL="0" indent="0">
              <a:buNone/>
            </a:pPr>
            <a:r>
              <a:rPr lang="fr-FR" sz="1800" dirty="0">
                <a:latin typeface="Aharoni" panose="02010803020104030203" pitchFamily="2" charset="-79"/>
                <a:cs typeface="Aharoni" panose="02010803020104030203" pitchFamily="2" charset="-79"/>
              </a:rPr>
              <a:t>→ Vers une IA de recommandation centrée sur l’utilisateur.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FA8A81-BB4B-3651-68E7-8FADDAC6DA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31" r="54753"/>
          <a:stretch>
            <a:fillRect/>
          </a:stretch>
        </p:blipFill>
        <p:spPr>
          <a:xfrm>
            <a:off x="3983776" y="10"/>
            <a:ext cx="5159081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E322CE1-3A6A-DB50-5DC1-C7000F8DFE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>
            <a:normAutofit/>
          </a:bodyPr>
          <a:lstStyle/>
          <a:p>
            <a:r>
              <a:rPr lang="fr-HT">
                <a:latin typeface="Aharoni" panose="02010803020104030203" pitchFamily="2" charset="-79"/>
                <a:cs typeface="Aharoni" panose="02010803020104030203" pitchFamily="2" charset="-79"/>
              </a:rPr>
              <a:t>Contact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6D25A1EA-DC0A-D310-FDC6-444FA40933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22504204"/>
              </p:ext>
            </p:extLst>
          </p:nvPr>
        </p:nvGraphicFramePr>
        <p:xfrm>
          <a:off x="802481" y="2385390"/>
          <a:ext cx="7543800" cy="361784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2758044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Type de bois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Type de bois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ype de bois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ppt/webextensions/_rels/taskpanes.xml.rels><?xml version="1.0" encoding="UTF-8" standalone="yes"?>
<Relationships xmlns="http://schemas.openxmlformats.org/package/2006/relationships"><Relationship Id="rId3" Type="http://schemas.microsoft.com/office/2011/relationships/webextension" Target="webextension3.xml"/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5">
    <wetp:webextensionref xmlns:r="http://schemas.openxmlformats.org/officeDocument/2006/relationships" r:id="rId2"/>
  </wetp:taskpane>
  <wetp:taskpane dockstate="right" visibility="0" width="438" row="3">
    <wetp:webextensionref xmlns:r="http://schemas.openxmlformats.org/officeDocument/2006/relationships" r:id="rId3"/>
  </wetp:taskpane>
</wetp:taskpanes>
</file>

<file path=ppt/webextensions/webextension1.xml><?xml version="1.0" encoding="utf-8"?>
<we:webextension xmlns:we="http://schemas.microsoft.com/office/webextensions/webextension/2010/11" id="{098F3429-D055-4D93-BCD4-7716FDD34896}">
  <we:reference id="wa200005566" version="3.0.0.3" store="fr-FR" storeType="OMEX"/>
  <we:alternateReferences>
    <we:reference id="wa200005566" version="3.0.0.3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F69803C-C0B1-453C-B4CE-252B203B5C6E}">
  <we:reference id="wa200007130" version="1.0.0.1" store="fr-FR" storeType="OMEX"/>
  <we:alternateReferences>
    <we:reference id="wa200007130" version="1.0.0.1" store="wa200007130" storeType="OMEX"/>
  </we:alternateReferences>
  <we:properties/>
  <we:bindings/>
  <we:snapshot xmlns:r="http://schemas.openxmlformats.org/officeDocument/2006/relationships"/>
</we:webextension>
</file>

<file path=ppt/webextensions/webextension3.xml><?xml version="1.0" encoding="utf-8"?>
<we:webextension xmlns:we="http://schemas.microsoft.com/office/webextensions/webextension/2010/11" id="{658A3D71-3AEC-4A90-A77F-F9D537432554}">
  <we:reference id="wa200001625" version="1.0.0.8" store="fr-FR" storeType="OMEX"/>
  <we:alternateReferences>
    <we:reference id="wa200001625" version="1.0.0.8" store="wa200001625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TM03090434[[fn=Type de bois]]</Template>
  <TotalTime>1428</TotalTime>
  <Words>666</Words>
  <Application>Microsoft Office PowerPoint</Application>
  <PresentationFormat>Affichage à l'écran (4:3)</PresentationFormat>
  <Paragraphs>93</Paragraphs>
  <Slides>21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7" baseType="lpstr">
      <vt:lpstr>Aharoni</vt:lpstr>
      <vt:lpstr>Arial</vt:lpstr>
      <vt:lpstr>Rockwell</vt:lpstr>
      <vt:lpstr>Rockwell Condensed</vt:lpstr>
      <vt:lpstr>Wingdings</vt:lpstr>
      <vt:lpstr>Type de bois</vt:lpstr>
      <vt:lpstr>Projet Phase 4 : Système de recommandation de films (MovieLens)</vt:lpstr>
      <vt:lpstr>Contexte et justification</vt:lpstr>
      <vt:lpstr>Objectif général</vt:lpstr>
      <vt:lpstr>Objectifs spécifiques</vt:lpstr>
      <vt:lpstr>Problématique</vt:lpstr>
      <vt:lpstr>Cadre conceptuel et méthodologique</vt:lpstr>
      <vt:lpstr>Description des jeux de données</vt:lpstr>
      <vt:lpstr>Analyse exploratoire (EDA)</vt:lpstr>
      <vt:lpstr>Moyenne des notes : entre 3 et 4 &amp; Corrélation faible entre popularité et satisfaction </vt:lpstr>
      <vt:lpstr>Comportements des utilisateurs &amp; Genres dominants : Drama, Comedy </vt:lpstr>
      <vt:lpstr>Segmentation des utilisateurs (KMeans)</vt:lpstr>
      <vt:lpstr>Modélisation – SVD</vt:lpstr>
      <vt:lpstr>Modélisation – KNN (User-Based)</vt:lpstr>
      <vt:lpstr>Comparaison des modèles</vt:lpstr>
      <vt:lpstr>Exemple de recommandations (SVD)</vt:lpstr>
      <vt:lpstr>Résultats analytiques</vt:lpstr>
      <vt:lpstr>Résultats opérationnels</vt:lpstr>
      <vt:lpstr>Impacts et retombées</vt:lpstr>
      <vt:lpstr>Recommandations et perspectives</vt:lpstr>
      <vt:lpstr>Conclusion finale</vt:lpstr>
      <vt:lpstr>Contact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Rodolphe CHARLES</dc:creator>
  <cp:keywords/>
  <dc:description>generated using python-pptx</dc:description>
  <cp:lastModifiedBy>Rodolphe CHARLES</cp:lastModifiedBy>
  <cp:revision>2</cp:revision>
  <dcterms:created xsi:type="dcterms:W3CDTF">2013-01-27T09:14:16Z</dcterms:created>
  <dcterms:modified xsi:type="dcterms:W3CDTF">2025-10-23T04:10:56Z</dcterms:modified>
  <cp:category/>
</cp:coreProperties>
</file>